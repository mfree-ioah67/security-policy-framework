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</p:sldMasterIdLst>
  <p:notesMasterIdLst>
    <p:notesMasterId r:id="rId26"/>
  </p:notesMasterIdLst>
  <p:handoutMasterIdLst>
    <p:handoutMasterId r:id="rId27"/>
  </p:handoutMasterIdLst>
  <p:sldIdLst>
    <p:sldId id="1507" r:id="rId6"/>
    <p:sldId id="1514" r:id="rId7"/>
    <p:sldId id="1527" r:id="rId8"/>
    <p:sldId id="1512" r:id="rId9"/>
    <p:sldId id="1526" r:id="rId10"/>
    <p:sldId id="1531" r:id="rId11"/>
    <p:sldId id="1528" r:id="rId12"/>
    <p:sldId id="1518" r:id="rId13"/>
    <p:sldId id="1519" r:id="rId14"/>
    <p:sldId id="1520" r:id="rId15"/>
    <p:sldId id="1529" r:id="rId16"/>
    <p:sldId id="1521" r:id="rId17"/>
    <p:sldId id="1522" r:id="rId18"/>
    <p:sldId id="1530" r:id="rId19"/>
    <p:sldId id="1523" r:id="rId20"/>
    <p:sldId id="1524" r:id="rId21"/>
    <p:sldId id="1525" r:id="rId22"/>
    <p:sldId id="1532" r:id="rId23"/>
    <p:sldId id="1533" r:id="rId24"/>
    <p:sldId id="1534" r:id="rId25"/>
  </p:sldIdLst>
  <p:sldSz cx="9144000" cy="6858000" type="screen4x3"/>
  <p:notesSz cx="7010400" cy="9296400"/>
  <p:custDataLst>
    <p:tags r:id="rId2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">
          <p15:clr>
            <a:srgbClr val="A4A3A4"/>
          </p15:clr>
        </p15:guide>
        <p15:guide id="2" orient="horz" pos="2748">
          <p15:clr>
            <a:srgbClr val="A4A3A4"/>
          </p15:clr>
        </p15:guide>
        <p15:guide id="3" pos="4627">
          <p15:clr>
            <a:srgbClr val="A4A3A4"/>
          </p15:clr>
        </p15:guide>
        <p15:guide id="4" pos="1452">
          <p15:clr>
            <a:srgbClr val="A4A3A4"/>
          </p15:clr>
        </p15:guide>
        <p15:guide id="5" pos="23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3BBC9"/>
    <a:srgbClr val="D2E4B2"/>
    <a:srgbClr val="DDDDDD"/>
    <a:srgbClr val="FFCCFF"/>
    <a:srgbClr val="FFCCCC"/>
    <a:srgbClr val="423498"/>
    <a:srgbClr val="FFFF00"/>
    <a:srgbClr val="B4E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3" autoAdjust="0"/>
    <p:restoredTop sz="93076" autoAdjust="0"/>
  </p:normalViewPr>
  <p:slideViewPr>
    <p:cSldViewPr snapToGrid="0" snapToObjects="1">
      <p:cViewPr varScale="1">
        <p:scale>
          <a:sx n="73" d="100"/>
          <a:sy n="73" d="100"/>
        </p:scale>
        <p:origin x="1824" y="67"/>
      </p:cViewPr>
      <p:guideLst>
        <p:guide orient="horz" pos="192"/>
        <p:guide orient="horz" pos="2748"/>
        <p:guide pos="4627"/>
        <p:guide pos="1452"/>
        <p:guide pos="23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notesViewPr>
    <p:cSldViewPr snapToGrid="0" snapToObjects="1">
      <p:cViewPr varScale="1">
        <p:scale>
          <a:sx n="93" d="100"/>
          <a:sy n="93" d="100"/>
        </p:scale>
        <p:origin x="-2532" y="-12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9FABB9-61D3-45A6-AD0E-18AE608E2631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4E79B1-3787-471B-AEE4-D0D7FD9BC341}">
      <dgm:prSet phldrT="[Text]" custT="1"/>
      <dgm:spPr/>
      <dgm:t>
        <a:bodyPr/>
        <a:lstStyle/>
        <a:p>
          <a:r>
            <a:rPr lang="en-US" sz="1800" b="0" dirty="0">
              <a:solidFill>
                <a:schemeClr val="bg1"/>
              </a:solidFill>
            </a:rPr>
            <a:t>Information Security Governance</a:t>
          </a:r>
        </a:p>
      </dgm:t>
    </dgm:pt>
    <dgm:pt modelId="{E42506F2-3FB3-421E-AD6E-6C1E5F2D8D3A}" type="parTrans" cxnId="{6F4850DA-DDE2-49E5-99AC-1711D5E14099}">
      <dgm:prSet/>
      <dgm:spPr/>
      <dgm:t>
        <a:bodyPr/>
        <a:lstStyle/>
        <a:p>
          <a:endParaRPr lang="en-US" sz="1800"/>
        </a:p>
      </dgm:t>
    </dgm:pt>
    <dgm:pt modelId="{2B2C137A-8F95-4BF9-BA27-15ECEB875C5E}" type="sibTrans" cxnId="{6F4850DA-DDE2-49E5-99AC-1711D5E14099}">
      <dgm:prSet/>
      <dgm:spPr/>
      <dgm:t>
        <a:bodyPr/>
        <a:lstStyle/>
        <a:p>
          <a:endParaRPr lang="en-US" sz="1800"/>
        </a:p>
      </dgm:t>
    </dgm:pt>
    <dgm:pt modelId="{28FB36B3-9ABC-4D56-BA2F-DEC2CCEE6A74}">
      <dgm:prSet phldrT="[Text]" custT="1"/>
      <dgm:spPr/>
      <dgm:t>
        <a:bodyPr/>
        <a:lstStyle/>
        <a:p>
          <a:r>
            <a:rPr lang="en-US" sz="1800" dirty="0"/>
            <a:t>Risk Assessment </a:t>
          </a:r>
        </a:p>
      </dgm:t>
    </dgm:pt>
    <dgm:pt modelId="{A3B9D5AA-BE2D-42E8-8C52-75F52D835319}" type="parTrans" cxnId="{4142C41E-0B7A-4202-836C-FF17443E8DD9}">
      <dgm:prSet/>
      <dgm:spPr/>
      <dgm:t>
        <a:bodyPr/>
        <a:lstStyle/>
        <a:p>
          <a:endParaRPr lang="en-US" sz="1800"/>
        </a:p>
      </dgm:t>
    </dgm:pt>
    <dgm:pt modelId="{BD961329-5B24-43B1-AA57-5A03E5E11F32}" type="sibTrans" cxnId="{4142C41E-0B7A-4202-836C-FF17443E8DD9}">
      <dgm:prSet/>
      <dgm:spPr/>
      <dgm:t>
        <a:bodyPr/>
        <a:lstStyle/>
        <a:p>
          <a:endParaRPr lang="en-US" sz="1800"/>
        </a:p>
      </dgm:t>
    </dgm:pt>
    <dgm:pt modelId="{B0746500-7B2F-46AB-9A99-2E7DBB0D8D92}">
      <dgm:prSet phldrT="[Text]" custT="1"/>
      <dgm:spPr/>
      <dgm:t>
        <a:bodyPr/>
        <a:lstStyle/>
        <a:p>
          <a:r>
            <a:rPr lang="en-US" sz="1800" dirty="0"/>
            <a:t>Security Policy Framework</a:t>
          </a:r>
        </a:p>
      </dgm:t>
    </dgm:pt>
    <dgm:pt modelId="{4550D412-832E-4BB4-B3A0-B41EB40BD90E}" type="parTrans" cxnId="{5CC5C48A-43A2-4931-90F7-1B9AF0CF4DB6}">
      <dgm:prSet/>
      <dgm:spPr/>
      <dgm:t>
        <a:bodyPr/>
        <a:lstStyle/>
        <a:p>
          <a:endParaRPr lang="en-US" sz="1800"/>
        </a:p>
      </dgm:t>
    </dgm:pt>
    <dgm:pt modelId="{C94050A6-D2E4-444E-BB9E-61B18182C85A}" type="sibTrans" cxnId="{5CC5C48A-43A2-4931-90F7-1B9AF0CF4DB6}">
      <dgm:prSet/>
      <dgm:spPr/>
      <dgm:t>
        <a:bodyPr/>
        <a:lstStyle/>
        <a:p>
          <a:endParaRPr lang="en-US" sz="1800"/>
        </a:p>
      </dgm:t>
    </dgm:pt>
    <dgm:pt modelId="{2474A423-E4BD-48F5-9BC4-D8D5D9BEA474}">
      <dgm:prSet phldrT="[Text]" custT="1"/>
      <dgm:spPr/>
      <dgm:t>
        <a:bodyPr/>
        <a:lstStyle/>
        <a:p>
          <a:r>
            <a:rPr lang="en-US" sz="1800" dirty="0"/>
            <a:t>Compliance</a:t>
          </a:r>
        </a:p>
      </dgm:t>
    </dgm:pt>
    <dgm:pt modelId="{416FA09E-9E56-4A6A-94E1-4B54FDFBFA85}" type="parTrans" cxnId="{2C4393E4-230B-4C1B-883F-6333E89DC4C9}">
      <dgm:prSet/>
      <dgm:spPr/>
      <dgm:t>
        <a:bodyPr/>
        <a:lstStyle/>
        <a:p>
          <a:endParaRPr lang="en-US" sz="1800"/>
        </a:p>
      </dgm:t>
    </dgm:pt>
    <dgm:pt modelId="{363B31E1-4EBD-44C6-B9E8-5746B56AD539}" type="sibTrans" cxnId="{2C4393E4-230B-4C1B-883F-6333E89DC4C9}">
      <dgm:prSet/>
      <dgm:spPr/>
      <dgm:t>
        <a:bodyPr/>
        <a:lstStyle/>
        <a:p>
          <a:endParaRPr lang="en-US" sz="1800"/>
        </a:p>
      </dgm:t>
    </dgm:pt>
    <dgm:pt modelId="{0338E6B6-82BD-40E5-B3E7-D62F534AA63A}">
      <dgm:prSet phldrT="[Text]" custT="1"/>
      <dgm:spPr/>
      <dgm:t>
        <a:bodyPr/>
        <a:lstStyle/>
        <a:p>
          <a:r>
            <a:rPr lang="en-US" sz="1800" dirty="0"/>
            <a:t>Information Assurance </a:t>
          </a:r>
        </a:p>
      </dgm:t>
    </dgm:pt>
    <dgm:pt modelId="{8D8ED0ED-70FB-4359-90AC-76419D9B6FC4}" type="parTrans" cxnId="{8BB95210-A702-4D6B-947B-75D5602C0464}">
      <dgm:prSet/>
      <dgm:spPr/>
      <dgm:t>
        <a:bodyPr/>
        <a:lstStyle/>
        <a:p>
          <a:endParaRPr lang="en-US" sz="1800"/>
        </a:p>
      </dgm:t>
    </dgm:pt>
    <dgm:pt modelId="{2AA02623-6552-4F72-BBDF-7E59F8BD1165}" type="sibTrans" cxnId="{8BB95210-A702-4D6B-947B-75D5602C0464}">
      <dgm:prSet/>
      <dgm:spPr/>
      <dgm:t>
        <a:bodyPr/>
        <a:lstStyle/>
        <a:p>
          <a:endParaRPr lang="en-US" sz="1800"/>
        </a:p>
      </dgm:t>
    </dgm:pt>
    <dgm:pt modelId="{F6F56707-5F42-40F9-9924-515C46D15BD2}" type="pres">
      <dgm:prSet presAssocID="{3F9FABB9-61D3-45A6-AD0E-18AE608E2631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EDE615C-B5C7-4A6D-9563-898EB43D65A5}" type="pres">
      <dgm:prSet presAssocID="{3F9FABB9-61D3-45A6-AD0E-18AE608E2631}" presName="matrix" presStyleCnt="0"/>
      <dgm:spPr/>
    </dgm:pt>
    <dgm:pt modelId="{E3373ECE-4C79-46A8-811E-926CE3741A63}" type="pres">
      <dgm:prSet presAssocID="{3F9FABB9-61D3-45A6-AD0E-18AE608E2631}" presName="tile1" presStyleLbl="node1" presStyleIdx="0" presStyleCnt="4"/>
      <dgm:spPr/>
    </dgm:pt>
    <dgm:pt modelId="{D69A329A-0093-4CC2-BA5D-085EE87AF5E0}" type="pres">
      <dgm:prSet presAssocID="{3F9FABB9-61D3-45A6-AD0E-18AE608E2631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767430D-ACF5-4812-BF2D-A5C74C5A8C2D}" type="pres">
      <dgm:prSet presAssocID="{3F9FABB9-61D3-45A6-AD0E-18AE608E2631}" presName="tile2" presStyleLbl="node1" presStyleIdx="1" presStyleCnt="4"/>
      <dgm:spPr/>
    </dgm:pt>
    <dgm:pt modelId="{812737FA-F697-4315-B051-13179F902FEE}" type="pres">
      <dgm:prSet presAssocID="{3F9FABB9-61D3-45A6-AD0E-18AE608E2631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5394EC8-BE3B-49D4-A567-16A213EFD169}" type="pres">
      <dgm:prSet presAssocID="{3F9FABB9-61D3-45A6-AD0E-18AE608E2631}" presName="tile3" presStyleLbl="node1" presStyleIdx="2" presStyleCnt="4"/>
      <dgm:spPr/>
    </dgm:pt>
    <dgm:pt modelId="{05DCA32A-E1E3-45AC-826D-4911166B2717}" type="pres">
      <dgm:prSet presAssocID="{3F9FABB9-61D3-45A6-AD0E-18AE608E2631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51BDBFF-53FB-4E8C-8A71-AD6C05CA45FD}" type="pres">
      <dgm:prSet presAssocID="{3F9FABB9-61D3-45A6-AD0E-18AE608E2631}" presName="tile4" presStyleLbl="node1" presStyleIdx="3" presStyleCnt="4"/>
      <dgm:spPr/>
    </dgm:pt>
    <dgm:pt modelId="{F1807F0A-A44D-44CF-A357-9E623BB8FC8A}" type="pres">
      <dgm:prSet presAssocID="{3F9FABB9-61D3-45A6-AD0E-18AE608E2631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427EA087-7CFA-4E84-9F44-400535B26056}" type="pres">
      <dgm:prSet presAssocID="{3F9FABB9-61D3-45A6-AD0E-18AE608E2631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B4A1A409-7DB2-4D2D-806C-A75AE081895C}" type="presOf" srcId="{28FB36B3-9ABC-4D56-BA2F-DEC2CCEE6A74}" destId="{E3373ECE-4C79-46A8-811E-926CE3741A63}" srcOrd="0" destOrd="0" presId="urn:microsoft.com/office/officeart/2005/8/layout/matrix1"/>
    <dgm:cxn modelId="{8BB95210-A702-4D6B-947B-75D5602C0464}" srcId="{C64E79B1-3787-471B-AEE4-D0D7FD9BC341}" destId="{0338E6B6-82BD-40E5-B3E7-D62F534AA63A}" srcOrd="3" destOrd="0" parTransId="{8D8ED0ED-70FB-4359-90AC-76419D9B6FC4}" sibTransId="{2AA02623-6552-4F72-BBDF-7E59F8BD1165}"/>
    <dgm:cxn modelId="{4142C41E-0B7A-4202-836C-FF17443E8DD9}" srcId="{C64E79B1-3787-471B-AEE4-D0D7FD9BC341}" destId="{28FB36B3-9ABC-4D56-BA2F-DEC2CCEE6A74}" srcOrd="0" destOrd="0" parTransId="{A3B9D5AA-BE2D-42E8-8C52-75F52D835319}" sibTransId="{BD961329-5B24-43B1-AA57-5A03E5E11F32}"/>
    <dgm:cxn modelId="{5FAD9C7E-EA52-4CA7-ADDC-CB30C06935C3}" type="presOf" srcId="{3F9FABB9-61D3-45A6-AD0E-18AE608E2631}" destId="{F6F56707-5F42-40F9-9924-515C46D15BD2}" srcOrd="0" destOrd="0" presId="urn:microsoft.com/office/officeart/2005/8/layout/matrix1"/>
    <dgm:cxn modelId="{5CC5C48A-43A2-4931-90F7-1B9AF0CF4DB6}" srcId="{C64E79B1-3787-471B-AEE4-D0D7FD9BC341}" destId="{B0746500-7B2F-46AB-9A99-2E7DBB0D8D92}" srcOrd="1" destOrd="0" parTransId="{4550D412-832E-4BB4-B3A0-B41EB40BD90E}" sibTransId="{C94050A6-D2E4-444E-BB9E-61B18182C85A}"/>
    <dgm:cxn modelId="{C1CB2C99-C636-4F18-8098-8A3F2B81F924}" type="presOf" srcId="{2474A423-E4BD-48F5-9BC4-D8D5D9BEA474}" destId="{05DCA32A-E1E3-45AC-826D-4911166B2717}" srcOrd="1" destOrd="0" presId="urn:microsoft.com/office/officeart/2005/8/layout/matrix1"/>
    <dgm:cxn modelId="{80368EA8-79D7-4BC4-9A3E-453FD1EBC37B}" type="presOf" srcId="{C64E79B1-3787-471B-AEE4-D0D7FD9BC341}" destId="{427EA087-7CFA-4E84-9F44-400535B26056}" srcOrd="0" destOrd="0" presId="urn:microsoft.com/office/officeart/2005/8/layout/matrix1"/>
    <dgm:cxn modelId="{A1151BB8-89F9-4E3A-88DC-437E20020CC5}" type="presOf" srcId="{28FB36B3-9ABC-4D56-BA2F-DEC2CCEE6A74}" destId="{D69A329A-0093-4CC2-BA5D-085EE87AF5E0}" srcOrd="1" destOrd="0" presId="urn:microsoft.com/office/officeart/2005/8/layout/matrix1"/>
    <dgm:cxn modelId="{C45246C3-FEA6-45C3-ACE6-5728B8609191}" type="presOf" srcId="{B0746500-7B2F-46AB-9A99-2E7DBB0D8D92}" destId="{3767430D-ACF5-4812-BF2D-A5C74C5A8C2D}" srcOrd="0" destOrd="0" presId="urn:microsoft.com/office/officeart/2005/8/layout/matrix1"/>
    <dgm:cxn modelId="{346676C7-7687-4F55-A706-16BB712211F2}" type="presOf" srcId="{2474A423-E4BD-48F5-9BC4-D8D5D9BEA474}" destId="{D5394EC8-BE3B-49D4-A567-16A213EFD169}" srcOrd="0" destOrd="0" presId="urn:microsoft.com/office/officeart/2005/8/layout/matrix1"/>
    <dgm:cxn modelId="{C0966AD1-B544-4C1F-AA06-CD294CB87B22}" type="presOf" srcId="{0338E6B6-82BD-40E5-B3E7-D62F534AA63A}" destId="{151BDBFF-53FB-4E8C-8A71-AD6C05CA45FD}" srcOrd="0" destOrd="0" presId="urn:microsoft.com/office/officeart/2005/8/layout/matrix1"/>
    <dgm:cxn modelId="{6F4850DA-DDE2-49E5-99AC-1711D5E14099}" srcId="{3F9FABB9-61D3-45A6-AD0E-18AE608E2631}" destId="{C64E79B1-3787-471B-AEE4-D0D7FD9BC341}" srcOrd="0" destOrd="0" parTransId="{E42506F2-3FB3-421E-AD6E-6C1E5F2D8D3A}" sibTransId="{2B2C137A-8F95-4BF9-BA27-15ECEB875C5E}"/>
    <dgm:cxn modelId="{2C4393E4-230B-4C1B-883F-6333E89DC4C9}" srcId="{C64E79B1-3787-471B-AEE4-D0D7FD9BC341}" destId="{2474A423-E4BD-48F5-9BC4-D8D5D9BEA474}" srcOrd="2" destOrd="0" parTransId="{416FA09E-9E56-4A6A-94E1-4B54FDFBFA85}" sibTransId="{363B31E1-4EBD-44C6-B9E8-5746B56AD539}"/>
    <dgm:cxn modelId="{99EC54F3-7F21-4D11-9DDB-68BDCDA53E9D}" type="presOf" srcId="{0338E6B6-82BD-40E5-B3E7-D62F534AA63A}" destId="{F1807F0A-A44D-44CF-A357-9E623BB8FC8A}" srcOrd="1" destOrd="0" presId="urn:microsoft.com/office/officeart/2005/8/layout/matrix1"/>
    <dgm:cxn modelId="{0F16FAFA-0DA5-4142-973B-D2F489879129}" type="presOf" srcId="{B0746500-7B2F-46AB-9A99-2E7DBB0D8D92}" destId="{812737FA-F697-4315-B051-13179F902FEE}" srcOrd="1" destOrd="0" presId="urn:microsoft.com/office/officeart/2005/8/layout/matrix1"/>
    <dgm:cxn modelId="{7DFAFBBD-053D-4EE3-976D-9D463B9D4F6B}" type="presParOf" srcId="{F6F56707-5F42-40F9-9924-515C46D15BD2}" destId="{9EDE615C-B5C7-4A6D-9563-898EB43D65A5}" srcOrd="0" destOrd="0" presId="urn:microsoft.com/office/officeart/2005/8/layout/matrix1"/>
    <dgm:cxn modelId="{2601E2AD-D095-4D23-B424-E5A760ED189B}" type="presParOf" srcId="{9EDE615C-B5C7-4A6D-9563-898EB43D65A5}" destId="{E3373ECE-4C79-46A8-811E-926CE3741A63}" srcOrd="0" destOrd="0" presId="urn:microsoft.com/office/officeart/2005/8/layout/matrix1"/>
    <dgm:cxn modelId="{38C5E8EC-428A-4507-AF2F-54BA8F52E77C}" type="presParOf" srcId="{9EDE615C-B5C7-4A6D-9563-898EB43D65A5}" destId="{D69A329A-0093-4CC2-BA5D-085EE87AF5E0}" srcOrd="1" destOrd="0" presId="urn:microsoft.com/office/officeart/2005/8/layout/matrix1"/>
    <dgm:cxn modelId="{3BD7B519-D687-46B1-9004-18B913255EE0}" type="presParOf" srcId="{9EDE615C-B5C7-4A6D-9563-898EB43D65A5}" destId="{3767430D-ACF5-4812-BF2D-A5C74C5A8C2D}" srcOrd="2" destOrd="0" presId="urn:microsoft.com/office/officeart/2005/8/layout/matrix1"/>
    <dgm:cxn modelId="{633DD7BD-75EF-4E6F-BD2E-CF502F3B1100}" type="presParOf" srcId="{9EDE615C-B5C7-4A6D-9563-898EB43D65A5}" destId="{812737FA-F697-4315-B051-13179F902FEE}" srcOrd="3" destOrd="0" presId="urn:microsoft.com/office/officeart/2005/8/layout/matrix1"/>
    <dgm:cxn modelId="{3F29BCBA-48E9-42F2-8406-BAFCC889D0F5}" type="presParOf" srcId="{9EDE615C-B5C7-4A6D-9563-898EB43D65A5}" destId="{D5394EC8-BE3B-49D4-A567-16A213EFD169}" srcOrd="4" destOrd="0" presId="urn:microsoft.com/office/officeart/2005/8/layout/matrix1"/>
    <dgm:cxn modelId="{EA2C1FEF-1B54-4D4F-9576-863CC07FFD51}" type="presParOf" srcId="{9EDE615C-B5C7-4A6D-9563-898EB43D65A5}" destId="{05DCA32A-E1E3-45AC-826D-4911166B2717}" srcOrd="5" destOrd="0" presId="urn:microsoft.com/office/officeart/2005/8/layout/matrix1"/>
    <dgm:cxn modelId="{8850AFC2-AEA5-40C8-BE55-C52ADB39ED74}" type="presParOf" srcId="{9EDE615C-B5C7-4A6D-9563-898EB43D65A5}" destId="{151BDBFF-53FB-4E8C-8A71-AD6C05CA45FD}" srcOrd="6" destOrd="0" presId="urn:microsoft.com/office/officeart/2005/8/layout/matrix1"/>
    <dgm:cxn modelId="{0AF7D62C-496C-4FB2-911A-99AABD7EF14A}" type="presParOf" srcId="{9EDE615C-B5C7-4A6D-9563-898EB43D65A5}" destId="{F1807F0A-A44D-44CF-A357-9E623BB8FC8A}" srcOrd="7" destOrd="0" presId="urn:microsoft.com/office/officeart/2005/8/layout/matrix1"/>
    <dgm:cxn modelId="{2B9170A8-2AF4-479F-959B-D998960C91A6}" type="presParOf" srcId="{F6F56707-5F42-40F9-9924-515C46D15BD2}" destId="{427EA087-7CFA-4E84-9F44-400535B26056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8636FB-3EDC-4C91-8E85-0AC3B37D99B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608878-9E3E-4CDA-84CD-B79939D610E8}">
      <dgm:prSet phldrT="[Text]" custT="1"/>
      <dgm:spPr/>
      <dgm:t>
        <a:bodyPr/>
        <a:lstStyle/>
        <a:p>
          <a:r>
            <a:rPr lang="en-US" sz="1800" dirty="0"/>
            <a:t>Chief Information Security Officer</a:t>
          </a:r>
        </a:p>
      </dgm:t>
    </dgm:pt>
    <dgm:pt modelId="{13A1B829-C00A-4C91-BCD7-83BC984D4FF0}" type="parTrans" cxnId="{B0C07A11-5017-4777-A95E-C6E98E27BB0A}">
      <dgm:prSet/>
      <dgm:spPr/>
      <dgm:t>
        <a:bodyPr/>
        <a:lstStyle/>
        <a:p>
          <a:endParaRPr lang="en-US" sz="1800"/>
        </a:p>
      </dgm:t>
    </dgm:pt>
    <dgm:pt modelId="{892E2DB4-5198-41B1-BCEB-BAE11B80DC61}" type="sibTrans" cxnId="{B0C07A11-5017-4777-A95E-C6E98E27BB0A}">
      <dgm:prSet/>
      <dgm:spPr/>
      <dgm:t>
        <a:bodyPr/>
        <a:lstStyle/>
        <a:p>
          <a:endParaRPr lang="en-US" sz="1800"/>
        </a:p>
      </dgm:t>
    </dgm:pt>
    <dgm:pt modelId="{A58AC1CD-6317-4F5C-911A-C9189C9963C0}" type="asst">
      <dgm:prSet phldrT="[Text]" custT="1"/>
      <dgm:spPr/>
      <dgm:t>
        <a:bodyPr/>
        <a:lstStyle/>
        <a:p>
          <a:r>
            <a:rPr lang="en-US" sz="1800" dirty="0"/>
            <a:t>Information Assurance Auditor</a:t>
          </a:r>
        </a:p>
      </dgm:t>
    </dgm:pt>
    <dgm:pt modelId="{8DA72DAA-7BD3-4074-B752-1CCE2F74032B}" type="parTrans" cxnId="{A8BBDC65-40CC-41CB-BFA6-0686BD70BA5A}">
      <dgm:prSet/>
      <dgm:spPr/>
      <dgm:t>
        <a:bodyPr/>
        <a:lstStyle/>
        <a:p>
          <a:endParaRPr lang="en-US" sz="1800" dirty="0"/>
        </a:p>
      </dgm:t>
    </dgm:pt>
    <dgm:pt modelId="{106D8A93-A524-418D-9AB8-ABD81724C1B1}" type="sibTrans" cxnId="{A8BBDC65-40CC-41CB-BFA6-0686BD70BA5A}">
      <dgm:prSet/>
      <dgm:spPr/>
      <dgm:t>
        <a:bodyPr/>
        <a:lstStyle/>
        <a:p>
          <a:endParaRPr lang="en-US" sz="1800"/>
        </a:p>
      </dgm:t>
    </dgm:pt>
    <dgm:pt modelId="{5A00E3EE-62EB-43FF-8A8A-F21E07FF23A4}">
      <dgm:prSet phldrT="[Text]" custT="1"/>
      <dgm:spPr/>
      <dgm:t>
        <a:bodyPr/>
        <a:lstStyle/>
        <a:p>
          <a:r>
            <a:rPr lang="en-US" sz="1800" dirty="0"/>
            <a:t>Security Manager</a:t>
          </a:r>
        </a:p>
      </dgm:t>
    </dgm:pt>
    <dgm:pt modelId="{A898F05C-4752-43D6-AFB5-035729016C90}" type="parTrans" cxnId="{F122BB97-DD41-4F4E-800C-C4FF2E05D217}">
      <dgm:prSet/>
      <dgm:spPr/>
      <dgm:t>
        <a:bodyPr/>
        <a:lstStyle/>
        <a:p>
          <a:endParaRPr lang="en-US" sz="1800" dirty="0"/>
        </a:p>
      </dgm:t>
    </dgm:pt>
    <dgm:pt modelId="{C1220634-DC54-46DC-A6A9-650C135EC9F6}" type="sibTrans" cxnId="{F122BB97-DD41-4F4E-800C-C4FF2E05D217}">
      <dgm:prSet/>
      <dgm:spPr/>
      <dgm:t>
        <a:bodyPr/>
        <a:lstStyle/>
        <a:p>
          <a:endParaRPr lang="en-US" sz="1800"/>
        </a:p>
      </dgm:t>
    </dgm:pt>
    <dgm:pt modelId="{CB2099B5-2436-48F3-BCEA-2662CCAA5FCC}">
      <dgm:prSet phldrT="[Text]" custT="1"/>
      <dgm:spPr/>
      <dgm:t>
        <a:bodyPr/>
        <a:lstStyle/>
        <a:p>
          <a:r>
            <a:rPr lang="en-US" sz="1800" dirty="0"/>
            <a:t>Risk Manager</a:t>
          </a:r>
        </a:p>
      </dgm:t>
    </dgm:pt>
    <dgm:pt modelId="{2DEC4AD4-68CF-4ABD-AA91-AD4CAAD0166A}" type="parTrans" cxnId="{9EC9E3E6-7C61-4C1F-9715-9FDD3FC37E7B}">
      <dgm:prSet/>
      <dgm:spPr/>
      <dgm:t>
        <a:bodyPr/>
        <a:lstStyle/>
        <a:p>
          <a:endParaRPr lang="en-US" sz="1800" dirty="0"/>
        </a:p>
      </dgm:t>
    </dgm:pt>
    <dgm:pt modelId="{F5C00A9E-C489-4565-B0B8-21E67094D5DA}" type="sibTrans" cxnId="{9EC9E3E6-7C61-4C1F-9715-9FDD3FC37E7B}">
      <dgm:prSet/>
      <dgm:spPr/>
      <dgm:t>
        <a:bodyPr/>
        <a:lstStyle/>
        <a:p>
          <a:endParaRPr lang="en-US" sz="1800"/>
        </a:p>
      </dgm:t>
    </dgm:pt>
    <dgm:pt modelId="{833E7FB3-EB2D-4BC1-A599-CC05771A3AF7}">
      <dgm:prSet phldrT="[Text]" custT="1"/>
      <dgm:spPr/>
      <dgm:t>
        <a:bodyPr/>
        <a:lstStyle/>
        <a:p>
          <a:r>
            <a:rPr lang="en-US" sz="1800" dirty="0"/>
            <a:t>Compliance Officer</a:t>
          </a:r>
        </a:p>
      </dgm:t>
    </dgm:pt>
    <dgm:pt modelId="{1586DC08-D5E8-4B30-A34F-EB5BF8EB55A3}" type="parTrans" cxnId="{4A8F2B07-F200-4404-B091-D4A6E5B297C9}">
      <dgm:prSet/>
      <dgm:spPr/>
      <dgm:t>
        <a:bodyPr/>
        <a:lstStyle/>
        <a:p>
          <a:endParaRPr lang="en-US" sz="1800" dirty="0"/>
        </a:p>
      </dgm:t>
    </dgm:pt>
    <dgm:pt modelId="{3C63141C-7582-4A95-88DB-C14A0E575050}" type="sibTrans" cxnId="{4A8F2B07-F200-4404-B091-D4A6E5B297C9}">
      <dgm:prSet/>
      <dgm:spPr/>
      <dgm:t>
        <a:bodyPr/>
        <a:lstStyle/>
        <a:p>
          <a:endParaRPr lang="en-US" sz="1800"/>
        </a:p>
      </dgm:t>
    </dgm:pt>
    <dgm:pt modelId="{71AC9031-F4A5-4DFB-9015-FDDCC4957FAA}" type="pres">
      <dgm:prSet presAssocID="{A98636FB-3EDC-4C91-8E85-0AC3B37D99B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EFF7BE4-EA80-4460-9D36-0C80BE4FC661}" type="pres">
      <dgm:prSet presAssocID="{6D608878-9E3E-4CDA-84CD-B79939D610E8}" presName="hierRoot1" presStyleCnt="0">
        <dgm:presLayoutVars>
          <dgm:hierBranch val="init"/>
        </dgm:presLayoutVars>
      </dgm:prSet>
      <dgm:spPr/>
    </dgm:pt>
    <dgm:pt modelId="{C77CB6A3-F1C8-4B52-ADC1-4C7373E2BF53}" type="pres">
      <dgm:prSet presAssocID="{6D608878-9E3E-4CDA-84CD-B79939D610E8}" presName="rootComposite1" presStyleCnt="0"/>
      <dgm:spPr/>
    </dgm:pt>
    <dgm:pt modelId="{A40089E7-9E31-4828-8E25-4D53196B86AA}" type="pres">
      <dgm:prSet presAssocID="{6D608878-9E3E-4CDA-84CD-B79939D610E8}" presName="rootText1" presStyleLbl="node0" presStyleIdx="0" presStyleCnt="1">
        <dgm:presLayoutVars>
          <dgm:chPref val="3"/>
        </dgm:presLayoutVars>
      </dgm:prSet>
      <dgm:spPr/>
    </dgm:pt>
    <dgm:pt modelId="{36CF71AB-11B5-45CB-987D-E95724832C5F}" type="pres">
      <dgm:prSet presAssocID="{6D608878-9E3E-4CDA-84CD-B79939D610E8}" presName="rootConnector1" presStyleLbl="node1" presStyleIdx="0" presStyleCnt="0"/>
      <dgm:spPr/>
    </dgm:pt>
    <dgm:pt modelId="{6D4C61F4-FC24-44F0-AFB3-22B96A0FBA5A}" type="pres">
      <dgm:prSet presAssocID="{6D608878-9E3E-4CDA-84CD-B79939D610E8}" presName="hierChild2" presStyleCnt="0"/>
      <dgm:spPr/>
    </dgm:pt>
    <dgm:pt modelId="{7A78D4C7-995B-411E-940B-AFA88AAE078A}" type="pres">
      <dgm:prSet presAssocID="{A898F05C-4752-43D6-AFB5-035729016C90}" presName="Name37" presStyleLbl="parChTrans1D2" presStyleIdx="0" presStyleCnt="4"/>
      <dgm:spPr/>
    </dgm:pt>
    <dgm:pt modelId="{630A6BC9-7520-4A97-9AAB-58B00DDDD441}" type="pres">
      <dgm:prSet presAssocID="{5A00E3EE-62EB-43FF-8A8A-F21E07FF23A4}" presName="hierRoot2" presStyleCnt="0">
        <dgm:presLayoutVars>
          <dgm:hierBranch val="init"/>
        </dgm:presLayoutVars>
      </dgm:prSet>
      <dgm:spPr/>
    </dgm:pt>
    <dgm:pt modelId="{22DAD3D3-D8EB-4D10-8CD5-CDA5A9A2FB2C}" type="pres">
      <dgm:prSet presAssocID="{5A00E3EE-62EB-43FF-8A8A-F21E07FF23A4}" presName="rootComposite" presStyleCnt="0"/>
      <dgm:spPr/>
    </dgm:pt>
    <dgm:pt modelId="{2B34C8CA-4541-4E80-934A-C93DB7C0AB35}" type="pres">
      <dgm:prSet presAssocID="{5A00E3EE-62EB-43FF-8A8A-F21E07FF23A4}" presName="rootText" presStyleLbl="node2" presStyleIdx="0" presStyleCnt="3">
        <dgm:presLayoutVars>
          <dgm:chPref val="3"/>
        </dgm:presLayoutVars>
      </dgm:prSet>
      <dgm:spPr/>
    </dgm:pt>
    <dgm:pt modelId="{92E23F46-BEA5-4911-8A82-E148CC26092A}" type="pres">
      <dgm:prSet presAssocID="{5A00E3EE-62EB-43FF-8A8A-F21E07FF23A4}" presName="rootConnector" presStyleLbl="node2" presStyleIdx="0" presStyleCnt="3"/>
      <dgm:spPr/>
    </dgm:pt>
    <dgm:pt modelId="{4977205B-24F9-4CF1-927D-CE384BFF1DF9}" type="pres">
      <dgm:prSet presAssocID="{5A00E3EE-62EB-43FF-8A8A-F21E07FF23A4}" presName="hierChild4" presStyleCnt="0"/>
      <dgm:spPr/>
    </dgm:pt>
    <dgm:pt modelId="{EE874B7F-BC6F-46FB-82A8-4134586C272F}" type="pres">
      <dgm:prSet presAssocID="{5A00E3EE-62EB-43FF-8A8A-F21E07FF23A4}" presName="hierChild5" presStyleCnt="0"/>
      <dgm:spPr/>
    </dgm:pt>
    <dgm:pt modelId="{22F67E15-9421-4249-ACD4-326A61F2FAA7}" type="pres">
      <dgm:prSet presAssocID="{2DEC4AD4-68CF-4ABD-AA91-AD4CAAD0166A}" presName="Name37" presStyleLbl="parChTrans1D2" presStyleIdx="1" presStyleCnt="4"/>
      <dgm:spPr/>
    </dgm:pt>
    <dgm:pt modelId="{A8B97EAE-2E93-4F1B-8915-DED48B93F000}" type="pres">
      <dgm:prSet presAssocID="{CB2099B5-2436-48F3-BCEA-2662CCAA5FCC}" presName="hierRoot2" presStyleCnt="0">
        <dgm:presLayoutVars>
          <dgm:hierBranch val="init"/>
        </dgm:presLayoutVars>
      </dgm:prSet>
      <dgm:spPr/>
    </dgm:pt>
    <dgm:pt modelId="{7DA79352-9658-4BE7-A533-8CDDF1871833}" type="pres">
      <dgm:prSet presAssocID="{CB2099B5-2436-48F3-BCEA-2662CCAA5FCC}" presName="rootComposite" presStyleCnt="0"/>
      <dgm:spPr/>
    </dgm:pt>
    <dgm:pt modelId="{D372BCAF-2208-4807-A9F4-EBD276DCB64F}" type="pres">
      <dgm:prSet presAssocID="{CB2099B5-2436-48F3-BCEA-2662CCAA5FCC}" presName="rootText" presStyleLbl="node2" presStyleIdx="1" presStyleCnt="3">
        <dgm:presLayoutVars>
          <dgm:chPref val="3"/>
        </dgm:presLayoutVars>
      </dgm:prSet>
      <dgm:spPr/>
    </dgm:pt>
    <dgm:pt modelId="{164CC2DE-8EC1-4CB8-AB0B-774ADEF694D1}" type="pres">
      <dgm:prSet presAssocID="{CB2099B5-2436-48F3-BCEA-2662CCAA5FCC}" presName="rootConnector" presStyleLbl="node2" presStyleIdx="1" presStyleCnt="3"/>
      <dgm:spPr/>
    </dgm:pt>
    <dgm:pt modelId="{850298DE-081B-42F8-B000-2D2EDF843922}" type="pres">
      <dgm:prSet presAssocID="{CB2099B5-2436-48F3-BCEA-2662CCAA5FCC}" presName="hierChild4" presStyleCnt="0"/>
      <dgm:spPr/>
    </dgm:pt>
    <dgm:pt modelId="{F0D03399-FCCC-4B57-B004-02E5CBF8DC96}" type="pres">
      <dgm:prSet presAssocID="{CB2099B5-2436-48F3-BCEA-2662CCAA5FCC}" presName="hierChild5" presStyleCnt="0"/>
      <dgm:spPr/>
    </dgm:pt>
    <dgm:pt modelId="{7108F55E-6E42-45A2-AD04-711264FB6618}" type="pres">
      <dgm:prSet presAssocID="{1586DC08-D5E8-4B30-A34F-EB5BF8EB55A3}" presName="Name37" presStyleLbl="parChTrans1D2" presStyleIdx="2" presStyleCnt="4"/>
      <dgm:spPr/>
    </dgm:pt>
    <dgm:pt modelId="{789FBD89-FD6E-4626-9659-FC02666D33D7}" type="pres">
      <dgm:prSet presAssocID="{833E7FB3-EB2D-4BC1-A599-CC05771A3AF7}" presName="hierRoot2" presStyleCnt="0">
        <dgm:presLayoutVars>
          <dgm:hierBranch val="init"/>
        </dgm:presLayoutVars>
      </dgm:prSet>
      <dgm:spPr/>
    </dgm:pt>
    <dgm:pt modelId="{97DF48D4-4077-486E-BC57-3B8A4F7816F6}" type="pres">
      <dgm:prSet presAssocID="{833E7FB3-EB2D-4BC1-A599-CC05771A3AF7}" presName="rootComposite" presStyleCnt="0"/>
      <dgm:spPr/>
    </dgm:pt>
    <dgm:pt modelId="{A9739773-2892-4FE0-8F3F-5F0C6A8DB88A}" type="pres">
      <dgm:prSet presAssocID="{833E7FB3-EB2D-4BC1-A599-CC05771A3AF7}" presName="rootText" presStyleLbl="node2" presStyleIdx="2" presStyleCnt="3">
        <dgm:presLayoutVars>
          <dgm:chPref val="3"/>
        </dgm:presLayoutVars>
      </dgm:prSet>
      <dgm:spPr/>
    </dgm:pt>
    <dgm:pt modelId="{3582894C-201F-4C45-95CE-0D49EDBD4AFD}" type="pres">
      <dgm:prSet presAssocID="{833E7FB3-EB2D-4BC1-A599-CC05771A3AF7}" presName="rootConnector" presStyleLbl="node2" presStyleIdx="2" presStyleCnt="3"/>
      <dgm:spPr/>
    </dgm:pt>
    <dgm:pt modelId="{886B43A9-C682-4C46-87D0-20CEC4777EC8}" type="pres">
      <dgm:prSet presAssocID="{833E7FB3-EB2D-4BC1-A599-CC05771A3AF7}" presName="hierChild4" presStyleCnt="0"/>
      <dgm:spPr/>
    </dgm:pt>
    <dgm:pt modelId="{DE565B96-F42C-4F12-9176-9A643CB5949F}" type="pres">
      <dgm:prSet presAssocID="{833E7FB3-EB2D-4BC1-A599-CC05771A3AF7}" presName="hierChild5" presStyleCnt="0"/>
      <dgm:spPr/>
    </dgm:pt>
    <dgm:pt modelId="{87FAD9A4-12E8-4253-AF57-153331A4C237}" type="pres">
      <dgm:prSet presAssocID="{6D608878-9E3E-4CDA-84CD-B79939D610E8}" presName="hierChild3" presStyleCnt="0"/>
      <dgm:spPr/>
    </dgm:pt>
    <dgm:pt modelId="{2B06FF03-58D9-4ED4-B6C7-90FFDBAE6A85}" type="pres">
      <dgm:prSet presAssocID="{8DA72DAA-7BD3-4074-B752-1CCE2F74032B}" presName="Name111" presStyleLbl="parChTrans1D2" presStyleIdx="3" presStyleCnt="4"/>
      <dgm:spPr/>
    </dgm:pt>
    <dgm:pt modelId="{2994F95F-4BFA-476D-AF68-F754E53314DF}" type="pres">
      <dgm:prSet presAssocID="{A58AC1CD-6317-4F5C-911A-C9189C9963C0}" presName="hierRoot3" presStyleCnt="0">
        <dgm:presLayoutVars>
          <dgm:hierBranch val="init"/>
        </dgm:presLayoutVars>
      </dgm:prSet>
      <dgm:spPr/>
    </dgm:pt>
    <dgm:pt modelId="{440CA6A1-1534-4870-B5CE-586A67D8A23F}" type="pres">
      <dgm:prSet presAssocID="{A58AC1CD-6317-4F5C-911A-C9189C9963C0}" presName="rootComposite3" presStyleCnt="0"/>
      <dgm:spPr/>
    </dgm:pt>
    <dgm:pt modelId="{2003992F-9D93-4590-8B48-A34E51D7CA39}" type="pres">
      <dgm:prSet presAssocID="{A58AC1CD-6317-4F5C-911A-C9189C9963C0}" presName="rootText3" presStyleLbl="asst1" presStyleIdx="0" presStyleCnt="1">
        <dgm:presLayoutVars>
          <dgm:chPref val="3"/>
        </dgm:presLayoutVars>
      </dgm:prSet>
      <dgm:spPr/>
    </dgm:pt>
    <dgm:pt modelId="{9B501D6B-10B7-49A3-99B4-0BF33586B842}" type="pres">
      <dgm:prSet presAssocID="{A58AC1CD-6317-4F5C-911A-C9189C9963C0}" presName="rootConnector3" presStyleLbl="asst1" presStyleIdx="0" presStyleCnt="1"/>
      <dgm:spPr/>
    </dgm:pt>
    <dgm:pt modelId="{82BD320D-532A-417C-A783-1D3C4F6485F1}" type="pres">
      <dgm:prSet presAssocID="{A58AC1CD-6317-4F5C-911A-C9189C9963C0}" presName="hierChild6" presStyleCnt="0"/>
      <dgm:spPr/>
    </dgm:pt>
    <dgm:pt modelId="{49953C46-3BB2-4E51-9119-06D0D685993D}" type="pres">
      <dgm:prSet presAssocID="{A58AC1CD-6317-4F5C-911A-C9189C9963C0}" presName="hierChild7" presStyleCnt="0"/>
      <dgm:spPr/>
    </dgm:pt>
  </dgm:ptLst>
  <dgm:cxnLst>
    <dgm:cxn modelId="{59386E04-60AC-424A-AF8D-6E1B2B8B63DC}" type="presOf" srcId="{5A00E3EE-62EB-43FF-8A8A-F21E07FF23A4}" destId="{2B34C8CA-4541-4E80-934A-C93DB7C0AB35}" srcOrd="0" destOrd="0" presId="urn:microsoft.com/office/officeart/2005/8/layout/orgChart1"/>
    <dgm:cxn modelId="{4A8F2B07-F200-4404-B091-D4A6E5B297C9}" srcId="{6D608878-9E3E-4CDA-84CD-B79939D610E8}" destId="{833E7FB3-EB2D-4BC1-A599-CC05771A3AF7}" srcOrd="3" destOrd="0" parTransId="{1586DC08-D5E8-4B30-A34F-EB5BF8EB55A3}" sibTransId="{3C63141C-7582-4A95-88DB-C14A0E575050}"/>
    <dgm:cxn modelId="{2D1C6F0C-4338-49B2-A659-ADA36A0B7A49}" type="presOf" srcId="{A58AC1CD-6317-4F5C-911A-C9189C9963C0}" destId="{2003992F-9D93-4590-8B48-A34E51D7CA39}" srcOrd="0" destOrd="0" presId="urn:microsoft.com/office/officeart/2005/8/layout/orgChart1"/>
    <dgm:cxn modelId="{B0C07A11-5017-4777-A95E-C6E98E27BB0A}" srcId="{A98636FB-3EDC-4C91-8E85-0AC3B37D99B0}" destId="{6D608878-9E3E-4CDA-84CD-B79939D610E8}" srcOrd="0" destOrd="0" parTransId="{13A1B829-C00A-4C91-BCD7-83BC984D4FF0}" sibTransId="{892E2DB4-5198-41B1-BCEB-BAE11B80DC61}"/>
    <dgm:cxn modelId="{79193B18-1527-4EAF-B2C9-25D11A3541A9}" type="presOf" srcId="{833E7FB3-EB2D-4BC1-A599-CC05771A3AF7}" destId="{3582894C-201F-4C45-95CE-0D49EDBD4AFD}" srcOrd="1" destOrd="0" presId="urn:microsoft.com/office/officeart/2005/8/layout/orgChart1"/>
    <dgm:cxn modelId="{F974AE1C-7767-49E2-9062-839AD457E4B0}" type="presOf" srcId="{A898F05C-4752-43D6-AFB5-035729016C90}" destId="{7A78D4C7-995B-411E-940B-AFA88AAE078A}" srcOrd="0" destOrd="0" presId="urn:microsoft.com/office/officeart/2005/8/layout/orgChart1"/>
    <dgm:cxn modelId="{8C20932F-42CA-4E25-A9DA-C90860A0B621}" type="presOf" srcId="{6D608878-9E3E-4CDA-84CD-B79939D610E8}" destId="{A40089E7-9E31-4828-8E25-4D53196B86AA}" srcOrd="0" destOrd="0" presId="urn:microsoft.com/office/officeart/2005/8/layout/orgChart1"/>
    <dgm:cxn modelId="{95604239-2AB9-4CE8-B545-74527A6E728A}" type="presOf" srcId="{8DA72DAA-7BD3-4074-B752-1CCE2F74032B}" destId="{2B06FF03-58D9-4ED4-B6C7-90FFDBAE6A85}" srcOrd="0" destOrd="0" presId="urn:microsoft.com/office/officeart/2005/8/layout/orgChart1"/>
    <dgm:cxn modelId="{1FF0B93D-7662-4B44-82D1-8B9211C3555F}" type="presOf" srcId="{A58AC1CD-6317-4F5C-911A-C9189C9963C0}" destId="{9B501D6B-10B7-49A3-99B4-0BF33586B842}" srcOrd="1" destOrd="0" presId="urn:microsoft.com/office/officeart/2005/8/layout/orgChart1"/>
    <dgm:cxn modelId="{A8BBDC65-40CC-41CB-BFA6-0686BD70BA5A}" srcId="{6D608878-9E3E-4CDA-84CD-B79939D610E8}" destId="{A58AC1CD-6317-4F5C-911A-C9189C9963C0}" srcOrd="0" destOrd="0" parTransId="{8DA72DAA-7BD3-4074-B752-1CCE2F74032B}" sibTransId="{106D8A93-A524-418D-9AB8-ABD81724C1B1}"/>
    <dgm:cxn modelId="{2343AA47-CB86-4992-9441-AECA61518721}" type="presOf" srcId="{6D608878-9E3E-4CDA-84CD-B79939D610E8}" destId="{36CF71AB-11B5-45CB-987D-E95724832C5F}" srcOrd="1" destOrd="0" presId="urn:microsoft.com/office/officeart/2005/8/layout/orgChart1"/>
    <dgm:cxn modelId="{BEFEDE4D-78B0-430B-AC66-12C76B963BA2}" type="presOf" srcId="{833E7FB3-EB2D-4BC1-A599-CC05771A3AF7}" destId="{A9739773-2892-4FE0-8F3F-5F0C6A8DB88A}" srcOrd="0" destOrd="0" presId="urn:microsoft.com/office/officeart/2005/8/layout/orgChart1"/>
    <dgm:cxn modelId="{CED70F7E-BD81-4396-BE48-7686B27AD020}" type="presOf" srcId="{5A00E3EE-62EB-43FF-8A8A-F21E07FF23A4}" destId="{92E23F46-BEA5-4911-8A82-E148CC26092A}" srcOrd="1" destOrd="0" presId="urn:microsoft.com/office/officeart/2005/8/layout/orgChart1"/>
    <dgm:cxn modelId="{00C19292-C52A-4453-A3D3-E82DD5E84A4C}" type="presOf" srcId="{CB2099B5-2436-48F3-BCEA-2662CCAA5FCC}" destId="{164CC2DE-8EC1-4CB8-AB0B-774ADEF694D1}" srcOrd="1" destOrd="0" presId="urn:microsoft.com/office/officeart/2005/8/layout/orgChart1"/>
    <dgm:cxn modelId="{F122BB97-DD41-4F4E-800C-C4FF2E05D217}" srcId="{6D608878-9E3E-4CDA-84CD-B79939D610E8}" destId="{5A00E3EE-62EB-43FF-8A8A-F21E07FF23A4}" srcOrd="1" destOrd="0" parTransId="{A898F05C-4752-43D6-AFB5-035729016C90}" sibTransId="{C1220634-DC54-46DC-A6A9-650C135EC9F6}"/>
    <dgm:cxn modelId="{69953DA9-3FA1-4AF7-84E4-7FD27847F96A}" type="presOf" srcId="{1586DC08-D5E8-4B30-A34F-EB5BF8EB55A3}" destId="{7108F55E-6E42-45A2-AD04-711264FB6618}" srcOrd="0" destOrd="0" presId="urn:microsoft.com/office/officeart/2005/8/layout/orgChart1"/>
    <dgm:cxn modelId="{1EA113C4-B732-4D7D-A194-02807304F95F}" type="presOf" srcId="{2DEC4AD4-68CF-4ABD-AA91-AD4CAAD0166A}" destId="{22F67E15-9421-4249-ACD4-326A61F2FAA7}" srcOrd="0" destOrd="0" presId="urn:microsoft.com/office/officeart/2005/8/layout/orgChart1"/>
    <dgm:cxn modelId="{9EC9E3E6-7C61-4C1F-9715-9FDD3FC37E7B}" srcId="{6D608878-9E3E-4CDA-84CD-B79939D610E8}" destId="{CB2099B5-2436-48F3-BCEA-2662CCAA5FCC}" srcOrd="2" destOrd="0" parTransId="{2DEC4AD4-68CF-4ABD-AA91-AD4CAAD0166A}" sibTransId="{F5C00A9E-C489-4565-B0B8-21E67094D5DA}"/>
    <dgm:cxn modelId="{227074E7-7E26-45E5-90A7-7FD1904AD398}" type="presOf" srcId="{A98636FB-3EDC-4C91-8E85-0AC3B37D99B0}" destId="{71AC9031-F4A5-4DFB-9015-FDDCC4957FAA}" srcOrd="0" destOrd="0" presId="urn:microsoft.com/office/officeart/2005/8/layout/orgChart1"/>
    <dgm:cxn modelId="{A26EA4EA-89DA-489C-9DBC-E0EA1C0629D2}" type="presOf" srcId="{CB2099B5-2436-48F3-BCEA-2662CCAA5FCC}" destId="{D372BCAF-2208-4807-A9F4-EBD276DCB64F}" srcOrd="0" destOrd="0" presId="urn:microsoft.com/office/officeart/2005/8/layout/orgChart1"/>
    <dgm:cxn modelId="{A6FA5B92-E476-4338-AF8A-EF9070273829}" type="presParOf" srcId="{71AC9031-F4A5-4DFB-9015-FDDCC4957FAA}" destId="{7EFF7BE4-EA80-4460-9D36-0C80BE4FC661}" srcOrd="0" destOrd="0" presId="urn:microsoft.com/office/officeart/2005/8/layout/orgChart1"/>
    <dgm:cxn modelId="{3A99A59F-08EA-4236-8E19-0573EFB6EECC}" type="presParOf" srcId="{7EFF7BE4-EA80-4460-9D36-0C80BE4FC661}" destId="{C77CB6A3-F1C8-4B52-ADC1-4C7373E2BF53}" srcOrd="0" destOrd="0" presId="urn:microsoft.com/office/officeart/2005/8/layout/orgChart1"/>
    <dgm:cxn modelId="{71E57078-495B-4ED3-A925-25CEAB9A3A9F}" type="presParOf" srcId="{C77CB6A3-F1C8-4B52-ADC1-4C7373E2BF53}" destId="{A40089E7-9E31-4828-8E25-4D53196B86AA}" srcOrd="0" destOrd="0" presId="urn:microsoft.com/office/officeart/2005/8/layout/orgChart1"/>
    <dgm:cxn modelId="{70654D75-0B34-42B3-9B96-09F3EE1AFF36}" type="presParOf" srcId="{C77CB6A3-F1C8-4B52-ADC1-4C7373E2BF53}" destId="{36CF71AB-11B5-45CB-987D-E95724832C5F}" srcOrd="1" destOrd="0" presId="urn:microsoft.com/office/officeart/2005/8/layout/orgChart1"/>
    <dgm:cxn modelId="{2533B556-D206-415D-8031-6975A3CC6A27}" type="presParOf" srcId="{7EFF7BE4-EA80-4460-9D36-0C80BE4FC661}" destId="{6D4C61F4-FC24-44F0-AFB3-22B96A0FBA5A}" srcOrd="1" destOrd="0" presId="urn:microsoft.com/office/officeart/2005/8/layout/orgChart1"/>
    <dgm:cxn modelId="{CD9C85F1-A3E9-40DF-9B66-F4FCD366B39B}" type="presParOf" srcId="{6D4C61F4-FC24-44F0-AFB3-22B96A0FBA5A}" destId="{7A78D4C7-995B-411E-940B-AFA88AAE078A}" srcOrd="0" destOrd="0" presId="urn:microsoft.com/office/officeart/2005/8/layout/orgChart1"/>
    <dgm:cxn modelId="{200FC979-3645-4973-B92D-4F5BEC5D54BA}" type="presParOf" srcId="{6D4C61F4-FC24-44F0-AFB3-22B96A0FBA5A}" destId="{630A6BC9-7520-4A97-9AAB-58B00DDDD441}" srcOrd="1" destOrd="0" presId="urn:microsoft.com/office/officeart/2005/8/layout/orgChart1"/>
    <dgm:cxn modelId="{4342A3BC-4567-41FC-9DC0-265F4F360A8C}" type="presParOf" srcId="{630A6BC9-7520-4A97-9AAB-58B00DDDD441}" destId="{22DAD3D3-D8EB-4D10-8CD5-CDA5A9A2FB2C}" srcOrd="0" destOrd="0" presId="urn:microsoft.com/office/officeart/2005/8/layout/orgChart1"/>
    <dgm:cxn modelId="{7F46D410-CCE8-4B1D-849F-FF7D62DC13F0}" type="presParOf" srcId="{22DAD3D3-D8EB-4D10-8CD5-CDA5A9A2FB2C}" destId="{2B34C8CA-4541-4E80-934A-C93DB7C0AB35}" srcOrd="0" destOrd="0" presId="urn:microsoft.com/office/officeart/2005/8/layout/orgChart1"/>
    <dgm:cxn modelId="{E3A9E801-F1D1-4C84-9AB4-77EA63A21CDC}" type="presParOf" srcId="{22DAD3D3-D8EB-4D10-8CD5-CDA5A9A2FB2C}" destId="{92E23F46-BEA5-4911-8A82-E148CC26092A}" srcOrd="1" destOrd="0" presId="urn:microsoft.com/office/officeart/2005/8/layout/orgChart1"/>
    <dgm:cxn modelId="{56E7318C-AE6A-4E51-B5D0-94F7A2751D9D}" type="presParOf" srcId="{630A6BC9-7520-4A97-9AAB-58B00DDDD441}" destId="{4977205B-24F9-4CF1-927D-CE384BFF1DF9}" srcOrd="1" destOrd="0" presId="urn:microsoft.com/office/officeart/2005/8/layout/orgChart1"/>
    <dgm:cxn modelId="{5540F45D-9B85-4267-AC86-26635DD8D9A1}" type="presParOf" srcId="{630A6BC9-7520-4A97-9AAB-58B00DDDD441}" destId="{EE874B7F-BC6F-46FB-82A8-4134586C272F}" srcOrd="2" destOrd="0" presId="urn:microsoft.com/office/officeart/2005/8/layout/orgChart1"/>
    <dgm:cxn modelId="{530491FC-E752-462E-9B96-6112F378519C}" type="presParOf" srcId="{6D4C61F4-FC24-44F0-AFB3-22B96A0FBA5A}" destId="{22F67E15-9421-4249-ACD4-326A61F2FAA7}" srcOrd="2" destOrd="0" presId="urn:microsoft.com/office/officeart/2005/8/layout/orgChart1"/>
    <dgm:cxn modelId="{F383A497-B432-4E0D-AA85-AA3F313BF4F1}" type="presParOf" srcId="{6D4C61F4-FC24-44F0-AFB3-22B96A0FBA5A}" destId="{A8B97EAE-2E93-4F1B-8915-DED48B93F000}" srcOrd="3" destOrd="0" presId="urn:microsoft.com/office/officeart/2005/8/layout/orgChart1"/>
    <dgm:cxn modelId="{EA03D828-816C-47CF-B369-0030D846F0CD}" type="presParOf" srcId="{A8B97EAE-2E93-4F1B-8915-DED48B93F000}" destId="{7DA79352-9658-4BE7-A533-8CDDF1871833}" srcOrd="0" destOrd="0" presId="urn:microsoft.com/office/officeart/2005/8/layout/orgChart1"/>
    <dgm:cxn modelId="{59B3F7CF-CE88-4E33-967F-C0F68C70C333}" type="presParOf" srcId="{7DA79352-9658-4BE7-A533-8CDDF1871833}" destId="{D372BCAF-2208-4807-A9F4-EBD276DCB64F}" srcOrd="0" destOrd="0" presId="urn:microsoft.com/office/officeart/2005/8/layout/orgChart1"/>
    <dgm:cxn modelId="{55C0E97B-EBB3-46B1-B153-EDCF10AC570B}" type="presParOf" srcId="{7DA79352-9658-4BE7-A533-8CDDF1871833}" destId="{164CC2DE-8EC1-4CB8-AB0B-774ADEF694D1}" srcOrd="1" destOrd="0" presId="urn:microsoft.com/office/officeart/2005/8/layout/orgChart1"/>
    <dgm:cxn modelId="{C9455130-9BE6-4712-8F56-D71FA6B0B4D9}" type="presParOf" srcId="{A8B97EAE-2E93-4F1B-8915-DED48B93F000}" destId="{850298DE-081B-42F8-B000-2D2EDF843922}" srcOrd="1" destOrd="0" presId="urn:microsoft.com/office/officeart/2005/8/layout/orgChart1"/>
    <dgm:cxn modelId="{3D201629-0EDC-4155-B054-2E0F81E36785}" type="presParOf" srcId="{A8B97EAE-2E93-4F1B-8915-DED48B93F000}" destId="{F0D03399-FCCC-4B57-B004-02E5CBF8DC96}" srcOrd="2" destOrd="0" presId="urn:microsoft.com/office/officeart/2005/8/layout/orgChart1"/>
    <dgm:cxn modelId="{CF9F84EF-EB30-49C1-8BDD-3A0A9E3E6016}" type="presParOf" srcId="{6D4C61F4-FC24-44F0-AFB3-22B96A0FBA5A}" destId="{7108F55E-6E42-45A2-AD04-711264FB6618}" srcOrd="4" destOrd="0" presId="urn:microsoft.com/office/officeart/2005/8/layout/orgChart1"/>
    <dgm:cxn modelId="{9874937D-DD41-4C98-97D2-2B187132F664}" type="presParOf" srcId="{6D4C61F4-FC24-44F0-AFB3-22B96A0FBA5A}" destId="{789FBD89-FD6E-4626-9659-FC02666D33D7}" srcOrd="5" destOrd="0" presId="urn:microsoft.com/office/officeart/2005/8/layout/orgChart1"/>
    <dgm:cxn modelId="{BBFBAA30-2428-4F84-AB37-C318C66E5551}" type="presParOf" srcId="{789FBD89-FD6E-4626-9659-FC02666D33D7}" destId="{97DF48D4-4077-486E-BC57-3B8A4F7816F6}" srcOrd="0" destOrd="0" presId="urn:microsoft.com/office/officeart/2005/8/layout/orgChart1"/>
    <dgm:cxn modelId="{5A70BD9F-00C9-4C68-980D-D20741699D31}" type="presParOf" srcId="{97DF48D4-4077-486E-BC57-3B8A4F7816F6}" destId="{A9739773-2892-4FE0-8F3F-5F0C6A8DB88A}" srcOrd="0" destOrd="0" presId="urn:microsoft.com/office/officeart/2005/8/layout/orgChart1"/>
    <dgm:cxn modelId="{D0652995-3778-4058-90B8-2A1D94C179F7}" type="presParOf" srcId="{97DF48D4-4077-486E-BC57-3B8A4F7816F6}" destId="{3582894C-201F-4C45-95CE-0D49EDBD4AFD}" srcOrd="1" destOrd="0" presId="urn:microsoft.com/office/officeart/2005/8/layout/orgChart1"/>
    <dgm:cxn modelId="{7C0B253D-73CA-498E-BBDD-D4A21F01E256}" type="presParOf" srcId="{789FBD89-FD6E-4626-9659-FC02666D33D7}" destId="{886B43A9-C682-4C46-87D0-20CEC4777EC8}" srcOrd="1" destOrd="0" presId="urn:microsoft.com/office/officeart/2005/8/layout/orgChart1"/>
    <dgm:cxn modelId="{D6CA5DF6-65F1-4B47-A03C-5E9053787710}" type="presParOf" srcId="{789FBD89-FD6E-4626-9659-FC02666D33D7}" destId="{DE565B96-F42C-4F12-9176-9A643CB5949F}" srcOrd="2" destOrd="0" presId="urn:microsoft.com/office/officeart/2005/8/layout/orgChart1"/>
    <dgm:cxn modelId="{DB537DD5-BAD2-45BA-A7B0-71CBCD1EBB7D}" type="presParOf" srcId="{7EFF7BE4-EA80-4460-9D36-0C80BE4FC661}" destId="{87FAD9A4-12E8-4253-AF57-153331A4C237}" srcOrd="2" destOrd="0" presId="urn:microsoft.com/office/officeart/2005/8/layout/orgChart1"/>
    <dgm:cxn modelId="{2CAEF1DB-AF60-424C-870A-8668105819AA}" type="presParOf" srcId="{87FAD9A4-12E8-4253-AF57-153331A4C237}" destId="{2B06FF03-58D9-4ED4-B6C7-90FFDBAE6A85}" srcOrd="0" destOrd="0" presId="urn:microsoft.com/office/officeart/2005/8/layout/orgChart1"/>
    <dgm:cxn modelId="{30738069-44D8-4ECF-B589-9B3F53C65AA0}" type="presParOf" srcId="{87FAD9A4-12E8-4253-AF57-153331A4C237}" destId="{2994F95F-4BFA-476D-AF68-F754E53314DF}" srcOrd="1" destOrd="0" presId="urn:microsoft.com/office/officeart/2005/8/layout/orgChart1"/>
    <dgm:cxn modelId="{AC2D6634-713D-4C82-845C-A35D7639030B}" type="presParOf" srcId="{2994F95F-4BFA-476D-AF68-F754E53314DF}" destId="{440CA6A1-1534-4870-B5CE-586A67D8A23F}" srcOrd="0" destOrd="0" presId="urn:microsoft.com/office/officeart/2005/8/layout/orgChart1"/>
    <dgm:cxn modelId="{68AB6F6F-1BE8-4FF4-BFB1-44D19B657386}" type="presParOf" srcId="{440CA6A1-1534-4870-B5CE-586A67D8A23F}" destId="{2003992F-9D93-4590-8B48-A34E51D7CA39}" srcOrd="0" destOrd="0" presId="urn:microsoft.com/office/officeart/2005/8/layout/orgChart1"/>
    <dgm:cxn modelId="{A0A733C9-5037-4812-9EC1-73E6BFDDF183}" type="presParOf" srcId="{440CA6A1-1534-4870-B5CE-586A67D8A23F}" destId="{9B501D6B-10B7-49A3-99B4-0BF33586B842}" srcOrd="1" destOrd="0" presId="urn:microsoft.com/office/officeart/2005/8/layout/orgChart1"/>
    <dgm:cxn modelId="{610F822B-0BA8-4FBF-9A2A-CE580E9762BD}" type="presParOf" srcId="{2994F95F-4BFA-476D-AF68-F754E53314DF}" destId="{82BD320D-532A-417C-A783-1D3C4F6485F1}" srcOrd="1" destOrd="0" presId="urn:microsoft.com/office/officeart/2005/8/layout/orgChart1"/>
    <dgm:cxn modelId="{936FFBEE-9F98-4F72-A505-1AF95AF4763B}" type="presParOf" srcId="{2994F95F-4BFA-476D-AF68-F754E53314DF}" destId="{49953C46-3BB2-4E51-9119-06D0D685993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6FE6AA-2DCD-4D58-8520-130D998F5AF8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7F1204-109A-4351-85BF-28521159C292}">
      <dgm:prSet phldrT="[Text]" custT="1"/>
      <dgm:spPr/>
      <dgm:t>
        <a:bodyPr/>
        <a:lstStyle/>
        <a:p>
          <a:r>
            <a:rPr lang="en-US" sz="1800" dirty="0"/>
            <a:t>Policy = Business Requirement on Actions or Processes Performed</a:t>
          </a:r>
        </a:p>
      </dgm:t>
    </dgm:pt>
    <dgm:pt modelId="{6D73D095-6A7A-4C10-8E9E-39BE60634E45}" type="parTrans" cxnId="{664E1D44-CD7A-47EC-9D62-06E21DCB2F96}">
      <dgm:prSet/>
      <dgm:spPr/>
      <dgm:t>
        <a:bodyPr/>
        <a:lstStyle/>
        <a:p>
          <a:endParaRPr lang="en-US" sz="1800"/>
        </a:p>
      </dgm:t>
    </dgm:pt>
    <dgm:pt modelId="{A313393D-5611-43CC-BEF1-78C146B9388F}" type="sibTrans" cxnId="{664E1D44-CD7A-47EC-9D62-06E21DCB2F96}">
      <dgm:prSet/>
      <dgm:spPr/>
      <dgm:t>
        <a:bodyPr/>
        <a:lstStyle/>
        <a:p>
          <a:endParaRPr lang="en-US" sz="1800"/>
        </a:p>
      </dgm:t>
    </dgm:pt>
    <dgm:pt modelId="{4BD694DA-6124-4BA0-9213-CECACA7FCE45}">
      <dgm:prSet phldrT="[Text]" custT="1"/>
      <dgm:spPr/>
      <dgm:t>
        <a:bodyPr lIns="731520" rIns="274320"/>
        <a:lstStyle/>
        <a:p>
          <a:pPr algn="ctr"/>
          <a:endParaRPr lang="en-US" sz="1800" dirty="0"/>
        </a:p>
        <a:p>
          <a:pPr algn="ctr"/>
          <a:endParaRPr lang="en-US" sz="1800" dirty="0"/>
        </a:p>
        <a:p>
          <a:pPr algn="l"/>
          <a:r>
            <a:rPr lang="en-US" sz="1800" dirty="0"/>
            <a:t>Frameworks</a:t>
          </a:r>
        </a:p>
        <a:p>
          <a:pPr algn="ctr"/>
          <a:endParaRPr lang="en-US" sz="1100" dirty="0"/>
        </a:p>
      </dgm:t>
    </dgm:pt>
    <dgm:pt modelId="{6893A97B-081A-4B20-9F19-D799EED45F4C}" type="parTrans" cxnId="{8EDC5D88-4207-420C-88F1-D685B7589E81}">
      <dgm:prSet/>
      <dgm:spPr/>
      <dgm:t>
        <a:bodyPr/>
        <a:lstStyle/>
        <a:p>
          <a:endParaRPr lang="en-US" sz="1800"/>
        </a:p>
      </dgm:t>
    </dgm:pt>
    <dgm:pt modelId="{BB6F3237-9D91-44CA-B5ED-AC6AC0C35018}" type="sibTrans" cxnId="{8EDC5D88-4207-420C-88F1-D685B7589E81}">
      <dgm:prSet/>
      <dgm:spPr/>
      <dgm:t>
        <a:bodyPr/>
        <a:lstStyle/>
        <a:p>
          <a:endParaRPr lang="en-US" sz="1800"/>
        </a:p>
      </dgm:t>
    </dgm:pt>
    <dgm:pt modelId="{7F26ABAC-40DC-4807-8B09-E9653A2E94FB}">
      <dgm:prSet phldrT="[Text]" custT="1"/>
      <dgm:spPr/>
      <dgm:t>
        <a:bodyPr/>
        <a:lstStyle/>
        <a:p>
          <a:r>
            <a:rPr lang="en-US" sz="1800" dirty="0">
              <a:solidFill>
                <a:srgbClr val="FF0000"/>
              </a:solidFill>
            </a:rPr>
            <a:t>Threats to Systems</a:t>
          </a:r>
        </a:p>
      </dgm:t>
    </dgm:pt>
    <dgm:pt modelId="{AEE57A41-0EC8-463F-AE8E-5CBA49B77211}" type="parTrans" cxnId="{180C9E1B-595B-4D22-B345-12BAE245A61D}">
      <dgm:prSet/>
      <dgm:spPr/>
      <dgm:t>
        <a:bodyPr/>
        <a:lstStyle/>
        <a:p>
          <a:endParaRPr lang="en-US" sz="1800"/>
        </a:p>
      </dgm:t>
    </dgm:pt>
    <dgm:pt modelId="{77E34C39-49BA-409A-848F-58F5F1541F89}" type="sibTrans" cxnId="{180C9E1B-595B-4D22-B345-12BAE245A61D}">
      <dgm:prSet/>
      <dgm:spPr/>
      <dgm:t>
        <a:bodyPr/>
        <a:lstStyle/>
        <a:p>
          <a:endParaRPr lang="en-US" sz="1800"/>
        </a:p>
      </dgm:t>
    </dgm:pt>
    <dgm:pt modelId="{B1F1B19F-10A5-4B8C-B746-A3F44A1F1B93}">
      <dgm:prSet phldrT="[Text]" custT="1"/>
      <dgm:spPr/>
      <dgm:t>
        <a:bodyPr/>
        <a:lstStyle/>
        <a:p>
          <a:r>
            <a:rPr lang="en-US" sz="1800" dirty="0"/>
            <a:t>Controls on Systems</a:t>
          </a:r>
        </a:p>
      </dgm:t>
    </dgm:pt>
    <dgm:pt modelId="{3B6F59F9-BCB9-4745-9D09-3FC668F69899}" type="parTrans" cxnId="{98BD4899-3923-4461-9670-22FF62B9C8B6}">
      <dgm:prSet/>
      <dgm:spPr/>
      <dgm:t>
        <a:bodyPr/>
        <a:lstStyle/>
        <a:p>
          <a:endParaRPr lang="en-US" sz="1800"/>
        </a:p>
      </dgm:t>
    </dgm:pt>
    <dgm:pt modelId="{7370B3F0-1F82-451D-89B8-074D78155D1E}" type="sibTrans" cxnId="{98BD4899-3923-4461-9670-22FF62B9C8B6}">
      <dgm:prSet/>
      <dgm:spPr/>
      <dgm:t>
        <a:bodyPr/>
        <a:lstStyle/>
        <a:p>
          <a:endParaRPr lang="en-US" sz="1800"/>
        </a:p>
      </dgm:t>
    </dgm:pt>
    <dgm:pt modelId="{540BA8D3-9411-4349-A277-0FE240F4B10F}">
      <dgm:prSet custT="1"/>
      <dgm:spPr/>
      <dgm:t>
        <a:bodyPr lIns="731520" rIns="274320"/>
        <a:lstStyle/>
        <a:p>
          <a:pPr marL="0" indent="0" algn="l">
            <a:tabLst/>
          </a:pPr>
          <a:r>
            <a:rPr lang="en-US" sz="1800" dirty="0"/>
            <a:t>Standard</a:t>
          </a:r>
        </a:p>
      </dgm:t>
    </dgm:pt>
    <dgm:pt modelId="{78397D6C-082A-4445-9718-793F22501C70}" type="parTrans" cxnId="{CA07FFFD-A509-48A2-AC16-DDBDEB5AB9D9}">
      <dgm:prSet/>
      <dgm:spPr/>
      <dgm:t>
        <a:bodyPr/>
        <a:lstStyle/>
        <a:p>
          <a:endParaRPr lang="en-US"/>
        </a:p>
      </dgm:t>
    </dgm:pt>
    <dgm:pt modelId="{B0BC94FF-F50C-44DF-848F-1D062ABA3F83}" type="sibTrans" cxnId="{CA07FFFD-A509-48A2-AC16-DDBDEB5AB9D9}">
      <dgm:prSet/>
      <dgm:spPr/>
      <dgm:t>
        <a:bodyPr/>
        <a:lstStyle/>
        <a:p>
          <a:endParaRPr lang="en-US"/>
        </a:p>
      </dgm:t>
    </dgm:pt>
    <dgm:pt modelId="{637B3E42-A441-41FD-B0A8-65B25EBA0323}">
      <dgm:prSet custT="1"/>
      <dgm:spPr/>
      <dgm:t>
        <a:bodyPr lIns="731520" rIns="274320"/>
        <a:lstStyle/>
        <a:p>
          <a:pPr marL="0" indent="0" algn="l">
            <a:tabLst/>
          </a:pPr>
          <a:r>
            <a:rPr lang="en-US" sz="1800" dirty="0"/>
            <a:t>Procedure</a:t>
          </a:r>
        </a:p>
      </dgm:t>
    </dgm:pt>
    <dgm:pt modelId="{13CAF931-5480-432C-9B58-B7FB809C31D5}" type="parTrans" cxnId="{4CB23075-390C-4355-9480-F47B73DD1C08}">
      <dgm:prSet/>
      <dgm:spPr/>
      <dgm:t>
        <a:bodyPr/>
        <a:lstStyle/>
        <a:p>
          <a:endParaRPr lang="en-US"/>
        </a:p>
      </dgm:t>
    </dgm:pt>
    <dgm:pt modelId="{FF241CF3-2542-4CDE-A682-25C75E2C1F14}" type="sibTrans" cxnId="{4CB23075-390C-4355-9480-F47B73DD1C08}">
      <dgm:prSet/>
      <dgm:spPr/>
      <dgm:t>
        <a:bodyPr/>
        <a:lstStyle/>
        <a:p>
          <a:endParaRPr lang="en-US"/>
        </a:p>
      </dgm:t>
    </dgm:pt>
    <dgm:pt modelId="{B9D1F98F-721F-492C-931C-C892A7BEA185}">
      <dgm:prSet custT="1"/>
      <dgm:spPr/>
      <dgm:t>
        <a:bodyPr lIns="731520" rIns="274320"/>
        <a:lstStyle/>
        <a:p>
          <a:pPr marL="0" indent="0" algn="l">
            <a:tabLst/>
          </a:pPr>
          <a:r>
            <a:rPr lang="en-US" sz="1800" dirty="0"/>
            <a:t>Guideline</a:t>
          </a:r>
        </a:p>
      </dgm:t>
    </dgm:pt>
    <dgm:pt modelId="{51250B93-ED37-4958-B58C-F19CC3D7CED2}" type="sibTrans" cxnId="{D1F304EF-0EC8-40C7-8EE6-E51BAEBED13D}">
      <dgm:prSet/>
      <dgm:spPr/>
      <dgm:t>
        <a:bodyPr/>
        <a:lstStyle/>
        <a:p>
          <a:endParaRPr lang="en-US"/>
        </a:p>
      </dgm:t>
    </dgm:pt>
    <dgm:pt modelId="{E4B173F1-4C4A-4450-A18D-FB43E84A9305}" type="parTrans" cxnId="{D1F304EF-0EC8-40C7-8EE6-E51BAEBED13D}">
      <dgm:prSet/>
      <dgm:spPr/>
      <dgm:t>
        <a:bodyPr/>
        <a:lstStyle/>
        <a:p>
          <a:endParaRPr lang="en-US"/>
        </a:p>
      </dgm:t>
    </dgm:pt>
    <dgm:pt modelId="{6597B971-9497-41CD-BA65-C055543B6844}">
      <dgm:prSet custT="1"/>
      <dgm:spPr/>
      <dgm:t>
        <a:bodyPr lIns="731520" rIns="274320"/>
        <a:lstStyle/>
        <a:p>
          <a:pPr marL="0" indent="0" algn="l">
            <a:tabLst/>
          </a:pPr>
          <a:r>
            <a:rPr lang="en-US" sz="1800" dirty="0"/>
            <a:t>Policy</a:t>
          </a:r>
        </a:p>
      </dgm:t>
    </dgm:pt>
    <dgm:pt modelId="{5A77148D-AC50-4F0D-A443-DC5BEA2344D7}" type="sibTrans" cxnId="{FDFC3D84-EEC6-4643-B83B-E6D439096F66}">
      <dgm:prSet/>
      <dgm:spPr/>
      <dgm:t>
        <a:bodyPr/>
        <a:lstStyle/>
        <a:p>
          <a:endParaRPr lang="en-US" sz="1800"/>
        </a:p>
      </dgm:t>
    </dgm:pt>
    <dgm:pt modelId="{A02BE3D8-3F9E-431E-8D1A-30F4BD672637}" type="parTrans" cxnId="{FDFC3D84-EEC6-4643-B83B-E6D439096F66}">
      <dgm:prSet/>
      <dgm:spPr/>
      <dgm:t>
        <a:bodyPr/>
        <a:lstStyle/>
        <a:p>
          <a:endParaRPr lang="en-US" sz="1800"/>
        </a:p>
      </dgm:t>
    </dgm:pt>
    <dgm:pt modelId="{979BCC66-4D95-4502-93F4-5ECCD4AE10EB}" type="pres">
      <dgm:prSet presAssocID="{A76FE6AA-2DCD-4D58-8520-130D998F5AF8}" presName="composite" presStyleCnt="0">
        <dgm:presLayoutVars>
          <dgm:chMax val="1"/>
          <dgm:dir/>
          <dgm:resizeHandles val="exact"/>
        </dgm:presLayoutVars>
      </dgm:prSet>
      <dgm:spPr/>
    </dgm:pt>
    <dgm:pt modelId="{25764FCA-FA99-4F87-A970-98516A9572C0}" type="pres">
      <dgm:prSet presAssocID="{657F1204-109A-4351-85BF-28521159C292}" presName="roof" presStyleLbl="dkBgShp" presStyleIdx="0" presStyleCnt="2"/>
      <dgm:spPr/>
    </dgm:pt>
    <dgm:pt modelId="{F13A0BF2-3E71-4590-9600-D282A453FBAC}" type="pres">
      <dgm:prSet presAssocID="{657F1204-109A-4351-85BF-28521159C292}" presName="pillars" presStyleCnt="0"/>
      <dgm:spPr/>
    </dgm:pt>
    <dgm:pt modelId="{F612BBF6-AEEF-4E14-906F-5DD6B054BC96}" type="pres">
      <dgm:prSet presAssocID="{657F1204-109A-4351-85BF-28521159C292}" presName="pillar1" presStyleLbl="node1" presStyleIdx="0" presStyleCnt="3" custScaleY="102645" custLinFactNeighborX="-147" custLinFactNeighborY="-1468">
        <dgm:presLayoutVars>
          <dgm:bulletEnabled val="1"/>
        </dgm:presLayoutVars>
      </dgm:prSet>
      <dgm:spPr/>
    </dgm:pt>
    <dgm:pt modelId="{B0611FFF-AA8C-43F0-9405-A94FE1EA8D4A}" type="pres">
      <dgm:prSet presAssocID="{7F26ABAC-40DC-4807-8B09-E9653A2E94FB}" presName="pillarX" presStyleLbl="node1" presStyleIdx="1" presStyleCnt="3" custScaleY="102615" custLinFactNeighborY="-1458">
        <dgm:presLayoutVars>
          <dgm:bulletEnabled val="1"/>
        </dgm:presLayoutVars>
      </dgm:prSet>
      <dgm:spPr/>
    </dgm:pt>
    <dgm:pt modelId="{F3E4488C-7675-4CBD-86D3-AFD7F28AF8CC}" type="pres">
      <dgm:prSet presAssocID="{B1F1B19F-10A5-4B8C-B746-A3F44A1F1B93}" presName="pillarX" presStyleLbl="node1" presStyleIdx="2" presStyleCnt="3" custScaleY="102615" custLinFactNeighborY="-1458">
        <dgm:presLayoutVars>
          <dgm:bulletEnabled val="1"/>
        </dgm:presLayoutVars>
      </dgm:prSet>
      <dgm:spPr/>
    </dgm:pt>
    <dgm:pt modelId="{B64ED0CE-9F4F-4C04-998B-C008F688073B}" type="pres">
      <dgm:prSet presAssocID="{657F1204-109A-4351-85BF-28521159C292}" presName="base" presStyleLbl="dkBgShp" presStyleIdx="1" presStyleCnt="2"/>
      <dgm:spPr/>
    </dgm:pt>
  </dgm:ptLst>
  <dgm:cxnLst>
    <dgm:cxn modelId="{C94F6101-21E7-4B44-972E-48B790FBD361}" type="presOf" srcId="{A76FE6AA-2DCD-4D58-8520-130D998F5AF8}" destId="{979BCC66-4D95-4502-93F4-5ECCD4AE10EB}" srcOrd="0" destOrd="0" presId="urn:microsoft.com/office/officeart/2005/8/layout/hList3"/>
    <dgm:cxn modelId="{E131B407-DDAD-42AB-9453-2CDEF8207261}" type="presOf" srcId="{6597B971-9497-41CD-BA65-C055543B6844}" destId="{F612BBF6-AEEF-4E14-906F-5DD6B054BC96}" srcOrd="0" destOrd="1" presId="urn:microsoft.com/office/officeart/2005/8/layout/hList3"/>
    <dgm:cxn modelId="{879F7109-3007-4616-A312-3BAA4A23FE0F}" type="presOf" srcId="{7F26ABAC-40DC-4807-8B09-E9653A2E94FB}" destId="{B0611FFF-AA8C-43F0-9405-A94FE1EA8D4A}" srcOrd="0" destOrd="0" presId="urn:microsoft.com/office/officeart/2005/8/layout/hList3"/>
    <dgm:cxn modelId="{180C9E1B-595B-4D22-B345-12BAE245A61D}" srcId="{657F1204-109A-4351-85BF-28521159C292}" destId="{7F26ABAC-40DC-4807-8B09-E9653A2E94FB}" srcOrd="1" destOrd="0" parTransId="{AEE57A41-0EC8-463F-AE8E-5CBA49B77211}" sibTransId="{77E34C39-49BA-409A-848F-58F5F1541F89}"/>
    <dgm:cxn modelId="{68F1141D-A6D1-491B-9C06-2120F78ADB20}" type="presOf" srcId="{B1F1B19F-10A5-4B8C-B746-A3F44A1F1B93}" destId="{F3E4488C-7675-4CBD-86D3-AFD7F28AF8CC}" srcOrd="0" destOrd="0" presId="urn:microsoft.com/office/officeart/2005/8/layout/hList3"/>
    <dgm:cxn modelId="{F364EC3F-AC51-4010-836D-E4A9EA780D7B}" type="presOf" srcId="{637B3E42-A441-41FD-B0A8-65B25EBA0323}" destId="{F612BBF6-AEEF-4E14-906F-5DD6B054BC96}" srcOrd="0" destOrd="3" presId="urn:microsoft.com/office/officeart/2005/8/layout/hList3"/>
    <dgm:cxn modelId="{93AA8741-E966-4BB4-9DC1-2E2E9CC51594}" type="presOf" srcId="{540BA8D3-9411-4349-A277-0FE240F4B10F}" destId="{F612BBF6-AEEF-4E14-906F-5DD6B054BC96}" srcOrd="0" destOrd="2" presId="urn:microsoft.com/office/officeart/2005/8/layout/hList3"/>
    <dgm:cxn modelId="{664E1D44-CD7A-47EC-9D62-06E21DCB2F96}" srcId="{A76FE6AA-2DCD-4D58-8520-130D998F5AF8}" destId="{657F1204-109A-4351-85BF-28521159C292}" srcOrd="0" destOrd="0" parTransId="{6D73D095-6A7A-4C10-8E9E-39BE60634E45}" sibTransId="{A313393D-5611-43CC-BEF1-78C146B9388F}"/>
    <dgm:cxn modelId="{4CB23075-390C-4355-9480-F47B73DD1C08}" srcId="{4BD694DA-6124-4BA0-9213-CECACA7FCE45}" destId="{637B3E42-A441-41FD-B0A8-65B25EBA0323}" srcOrd="2" destOrd="0" parTransId="{13CAF931-5480-432C-9B58-B7FB809C31D5}" sibTransId="{FF241CF3-2542-4CDE-A682-25C75E2C1F14}"/>
    <dgm:cxn modelId="{FDFC3D84-EEC6-4643-B83B-E6D439096F66}" srcId="{4BD694DA-6124-4BA0-9213-CECACA7FCE45}" destId="{6597B971-9497-41CD-BA65-C055543B6844}" srcOrd="0" destOrd="0" parTransId="{A02BE3D8-3F9E-431E-8D1A-30F4BD672637}" sibTransId="{5A77148D-AC50-4F0D-A443-DC5BEA2344D7}"/>
    <dgm:cxn modelId="{8EDC5D88-4207-420C-88F1-D685B7589E81}" srcId="{657F1204-109A-4351-85BF-28521159C292}" destId="{4BD694DA-6124-4BA0-9213-CECACA7FCE45}" srcOrd="0" destOrd="0" parTransId="{6893A97B-081A-4B20-9F19-D799EED45F4C}" sibTransId="{BB6F3237-9D91-44CA-B5ED-AC6AC0C35018}"/>
    <dgm:cxn modelId="{98BD4899-3923-4461-9670-22FF62B9C8B6}" srcId="{657F1204-109A-4351-85BF-28521159C292}" destId="{B1F1B19F-10A5-4B8C-B746-A3F44A1F1B93}" srcOrd="2" destOrd="0" parTransId="{3B6F59F9-BCB9-4745-9D09-3FC668F69899}" sibTransId="{7370B3F0-1F82-451D-89B8-074D78155D1E}"/>
    <dgm:cxn modelId="{FA132DB5-6B14-4B32-BA3B-FD70BF3B6F2A}" type="presOf" srcId="{657F1204-109A-4351-85BF-28521159C292}" destId="{25764FCA-FA99-4F87-A970-98516A9572C0}" srcOrd="0" destOrd="0" presId="urn:microsoft.com/office/officeart/2005/8/layout/hList3"/>
    <dgm:cxn modelId="{41B185D6-052B-46A1-B7A2-936ACDBBC1F8}" type="presOf" srcId="{4BD694DA-6124-4BA0-9213-CECACA7FCE45}" destId="{F612BBF6-AEEF-4E14-906F-5DD6B054BC96}" srcOrd="0" destOrd="0" presId="urn:microsoft.com/office/officeart/2005/8/layout/hList3"/>
    <dgm:cxn modelId="{101C98DF-136E-4EFC-834E-95F7CBD41374}" type="presOf" srcId="{B9D1F98F-721F-492C-931C-C892A7BEA185}" destId="{F612BBF6-AEEF-4E14-906F-5DD6B054BC96}" srcOrd="0" destOrd="4" presId="urn:microsoft.com/office/officeart/2005/8/layout/hList3"/>
    <dgm:cxn modelId="{D1F304EF-0EC8-40C7-8EE6-E51BAEBED13D}" srcId="{4BD694DA-6124-4BA0-9213-CECACA7FCE45}" destId="{B9D1F98F-721F-492C-931C-C892A7BEA185}" srcOrd="3" destOrd="0" parTransId="{E4B173F1-4C4A-4450-A18D-FB43E84A9305}" sibTransId="{51250B93-ED37-4958-B58C-F19CC3D7CED2}"/>
    <dgm:cxn modelId="{CA07FFFD-A509-48A2-AC16-DDBDEB5AB9D9}" srcId="{4BD694DA-6124-4BA0-9213-CECACA7FCE45}" destId="{540BA8D3-9411-4349-A277-0FE240F4B10F}" srcOrd="1" destOrd="0" parTransId="{78397D6C-082A-4445-9718-793F22501C70}" sibTransId="{B0BC94FF-F50C-44DF-848F-1D062ABA3F83}"/>
    <dgm:cxn modelId="{6A73A0AA-7386-4D43-9733-B35E55986043}" type="presParOf" srcId="{979BCC66-4D95-4502-93F4-5ECCD4AE10EB}" destId="{25764FCA-FA99-4F87-A970-98516A9572C0}" srcOrd="0" destOrd="0" presId="urn:microsoft.com/office/officeart/2005/8/layout/hList3"/>
    <dgm:cxn modelId="{E0695154-206F-4AF2-83A1-086939D0745C}" type="presParOf" srcId="{979BCC66-4D95-4502-93F4-5ECCD4AE10EB}" destId="{F13A0BF2-3E71-4590-9600-D282A453FBAC}" srcOrd="1" destOrd="0" presId="urn:microsoft.com/office/officeart/2005/8/layout/hList3"/>
    <dgm:cxn modelId="{AB62C7B3-6C0D-40A9-A611-EDAD1C5BF798}" type="presParOf" srcId="{F13A0BF2-3E71-4590-9600-D282A453FBAC}" destId="{F612BBF6-AEEF-4E14-906F-5DD6B054BC96}" srcOrd="0" destOrd="0" presId="urn:microsoft.com/office/officeart/2005/8/layout/hList3"/>
    <dgm:cxn modelId="{3DA5C31D-82DB-483B-8927-350746ADF0AE}" type="presParOf" srcId="{F13A0BF2-3E71-4590-9600-D282A453FBAC}" destId="{B0611FFF-AA8C-43F0-9405-A94FE1EA8D4A}" srcOrd="1" destOrd="0" presId="urn:microsoft.com/office/officeart/2005/8/layout/hList3"/>
    <dgm:cxn modelId="{C8CCBE62-963A-41BF-8A53-0C0E649D7F85}" type="presParOf" srcId="{F13A0BF2-3E71-4590-9600-D282A453FBAC}" destId="{F3E4488C-7675-4CBD-86D3-AFD7F28AF8CC}" srcOrd="2" destOrd="0" presId="urn:microsoft.com/office/officeart/2005/8/layout/hList3"/>
    <dgm:cxn modelId="{3A165298-B21E-4C8F-81BD-F3C58B51D882}" type="presParOf" srcId="{979BCC66-4D95-4502-93F4-5ECCD4AE10EB}" destId="{B64ED0CE-9F4F-4C04-998B-C008F688073B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373ECE-4C79-46A8-811E-926CE3741A63}">
      <dsp:nvSpPr>
        <dsp:cNvPr id="0" name=""/>
        <dsp:cNvSpPr/>
      </dsp:nvSpPr>
      <dsp:spPr>
        <a:xfrm rot="16200000">
          <a:off x="857249" y="-857249"/>
          <a:ext cx="2095500" cy="3810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Risk Assessment </a:t>
          </a:r>
        </a:p>
      </dsp:txBody>
      <dsp:txXfrm rot="5400000">
        <a:off x="0" y="0"/>
        <a:ext cx="3810000" cy="1571625"/>
      </dsp:txXfrm>
    </dsp:sp>
    <dsp:sp modelId="{3767430D-ACF5-4812-BF2D-A5C74C5A8C2D}">
      <dsp:nvSpPr>
        <dsp:cNvPr id="0" name=""/>
        <dsp:cNvSpPr/>
      </dsp:nvSpPr>
      <dsp:spPr>
        <a:xfrm>
          <a:off x="3810000" y="0"/>
          <a:ext cx="3810000" cy="20955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Security Policy Framework</a:t>
          </a:r>
        </a:p>
      </dsp:txBody>
      <dsp:txXfrm>
        <a:off x="3810000" y="0"/>
        <a:ext cx="3810000" cy="1571625"/>
      </dsp:txXfrm>
    </dsp:sp>
    <dsp:sp modelId="{D5394EC8-BE3B-49D4-A567-16A213EFD169}">
      <dsp:nvSpPr>
        <dsp:cNvPr id="0" name=""/>
        <dsp:cNvSpPr/>
      </dsp:nvSpPr>
      <dsp:spPr>
        <a:xfrm rot="10800000">
          <a:off x="0" y="2095500"/>
          <a:ext cx="3810000" cy="20955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Compliance</a:t>
          </a:r>
        </a:p>
      </dsp:txBody>
      <dsp:txXfrm rot="10800000">
        <a:off x="0" y="2619374"/>
        <a:ext cx="3810000" cy="1571625"/>
      </dsp:txXfrm>
    </dsp:sp>
    <dsp:sp modelId="{151BDBFF-53FB-4E8C-8A71-AD6C05CA45FD}">
      <dsp:nvSpPr>
        <dsp:cNvPr id="0" name=""/>
        <dsp:cNvSpPr/>
      </dsp:nvSpPr>
      <dsp:spPr>
        <a:xfrm rot="5400000">
          <a:off x="4667249" y="1238250"/>
          <a:ext cx="2095500" cy="3810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Information Assurance </a:t>
          </a:r>
        </a:p>
      </dsp:txBody>
      <dsp:txXfrm rot="-5400000">
        <a:off x="3810000" y="2619374"/>
        <a:ext cx="3810000" cy="1571625"/>
      </dsp:txXfrm>
    </dsp:sp>
    <dsp:sp modelId="{427EA087-7CFA-4E84-9F44-400535B26056}">
      <dsp:nvSpPr>
        <dsp:cNvPr id="0" name=""/>
        <dsp:cNvSpPr/>
      </dsp:nvSpPr>
      <dsp:spPr>
        <a:xfrm>
          <a:off x="2667000" y="1571625"/>
          <a:ext cx="2286000" cy="1047750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bg1"/>
              </a:solidFill>
            </a:rPr>
            <a:t>Information Security Governance</a:t>
          </a:r>
        </a:p>
      </dsp:txBody>
      <dsp:txXfrm>
        <a:off x="2718147" y="1622772"/>
        <a:ext cx="2183706" cy="9454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6FF03-58D9-4ED4-B6C7-90FFDBAE6A85}">
      <dsp:nvSpPr>
        <dsp:cNvPr id="0" name=""/>
        <dsp:cNvSpPr/>
      </dsp:nvSpPr>
      <dsp:spPr>
        <a:xfrm>
          <a:off x="3920216" y="1093496"/>
          <a:ext cx="229508" cy="1005467"/>
        </a:xfrm>
        <a:custGeom>
          <a:avLst/>
          <a:gdLst/>
          <a:ahLst/>
          <a:cxnLst/>
          <a:rect l="0" t="0" r="0" b="0"/>
          <a:pathLst>
            <a:path>
              <a:moveTo>
                <a:pt x="229508" y="0"/>
              </a:moveTo>
              <a:lnTo>
                <a:pt x="229508" y="1005467"/>
              </a:lnTo>
              <a:lnTo>
                <a:pt x="0" y="10054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08F55E-6E42-45A2-AD04-711264FB6618}">
      <dsp:nvSpPr>
        <dsp:cNvPr id="0" name=""/>
        <dsp:cNvSpPr/>
      </dsp:nvSpPr>
      <dsp:spPr>
        <a:xfrm>
          <a:off x="4149725" y="1093496"/>
          <a:ext cx="2644816" cy="20109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1425"/>
              </a:lnTo>
              <a:lnTo>
                <a:pt x="2644816" y="1781425"/>
              </a:lnTo>
              <a:lnTo>
                <a:pt x="2644816" y="201093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F67E15-9421-4249-ACD4-326A61F2FAA7}">
      <dsp:nvSpPr>
        <dsp:cNvPr id="0" name=""/>
        <dsp:cNvSpPr/>
      </dsp:nvSpPr>
      <dsp:spPr>
        <a:xfrm>
          <a:off x="4104005" y="1093496"/>
          <a:ext cx="91440" cy="20109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1093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78D4C7-995B-411E-940B-AFA88AAE078A}">
      <dsp:nvSpPr>
        <dsp:cNvPr id="0" name=""/>
        <dsp:cNvSpPr/>
      </dsp:nvSpPr>
      <dsp:spPr>
        <a:xfrm>
          <a:off x="1504908" y="1093496"/>
          <a:ext cx="2644816" cy="2010934"/>
        </a:xfrm>
        <a:custGeom>
          <a:avLst/>
          <a:gdLst/>
          <a:ahLst/>
          <a:cxnLst/>
          <a:rect l="0" t="0" r="0" b="0"/>
          <a:pathLst>
            <a:path>
              <a:moveTo>
                <a:pt x="2644816" y="0"/>
              </a:moveTo>
              <a:lnTo>
                <a:pt x="2644816" y="1781425"/>
              </a:lnTo>
              <a:lnTo>
                <a:pt x="0" y="1781425"/>
              </a:lnTo>
              <a:lnTo>
                <a:pt x="0" y="201093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0089E7-9E31-4828-8E25-4D53196B86AA}">
      <dsp:nvSpPr>
        <dsp:cNvPr id="0" name=""/>
        <dsp:cNvSpPr/>
      </dsp:nvSpPr>
      <dsp:spPr>
        <a:xfrm>
          <a:off x="3056825" y="596"/>
          <a:ext cx="2185798" cy="1092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Chief Information Security Officer</a:t>
          </a:r>
        </a:p>
      </dsp:txBody>
      <dsp:txXfrm>
        <a:off x="3056825" y="596"/>
        <a:ext cx="2185798" cy="1092899"/>
      </dsp:txXfrm>
    </dsp:sp>
    <dsp:sp modelId="{2B34C8CA-4541-4E80-934A-C93DB7C0AB35}">
      <dsp:nvSpPr>
        <dsp:cNvPr id="0" name=""/>
        <dsp:cNvSpPr/>
      </dsp:nvSpPr>
      <dsp:spPr>
        <a:xfrm>
          <a:off x="412009" y="3104430"/>
          <a:ext cx="2185798" cy="1092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Security Manager</a:t>
          </a:r>
        </a:p>
      </dsp:txBody>
      <dsp:txXfrm>
        <a:off x="412009" y="3104430"/>
        <a:ext cx="2185798" cy="1092899"/>
      </dsp:txXfrm>
    </dsp:sp>
    <dsp:sp modelId="{D372BCAF-2208-4807-A9F4-EBD276DCB64F}">
      <dsp:nvSpPr>
        <dsp:cNvPr id="0" name=""/>
        <dsp:cNvSpPr/>
      </dsp:nvSpPr>
      <dsp:spPr>
        <a:xfrm>
          <a:off x="3056825" y="3104430"/>
          <a:ext cx="2185798" cy="1092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Risk Manager</a:t>
          </a:r>
        </a:p>
      </dsp:txBody>
      <dsp:txXfrm>
        <a:off x="3056825" y="3104430"/>
        <a:ext cx="2185798" cy="1092899"/>
      </dsp:txXfrm>
    </dsp:sp>
    <dsp:sp modelId="{A9739773-2892-4FE0-8F3F-5F0C6A8DB88A}">
      <dsp:nvSpPr>
        <dsp:cNvPr id="0" name=""/>
        <dsp:cNvSpPr/>
      </dsp:nvSpPr>
      <dsp:spPr>
        <a:xfrm>
          <a:off x="5701642" y="3104430"/>
          <a:ext cx="2185798" cy="1092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Compliance Officer</a:t>
          </a:r>
        </a:p>
      </dsp:txBody>
      <dsp:txXfrm>
        <a:off x="5701642" y="3104430"/>
        <a:ext cx="2185798" cy="1092899"/>
      </dsp:txXfrm>
    </dsp:sp>
    <dsp:sp modelId="{2003992F-9D93-4590-8B48-A34E51D7CA39}">
      <dsp:nvSpPr>
        <dsp:cNvPr id="0" name=""/>
        <dsp:cNvSpPr/>
      </dsp:nvSpPr>
      <dsp:spPr>
        <a:xfrm>
          <a:off x="1734417" y="1552513"/>
          <a:ext cx="2185798" cy="1092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Information Assurance Auditor</a:t>
          </a:r>
        </a:p>
      </dsp:txBody>
      <dsp:txXfrm>
        <a:off x="1734417" y="1552513"/>
        <a:ext cx="2185798" cy="10928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64FCA-FA99-4F87-A970-98516A9572C0}">
      <dsp:nvSpPr>
        <dsp:cNvPr id="0" name=""/>
        <dsp:cNvSpPr/>
      </dsp:nvSpPr>
      <dsp:spPr>
        <a:xfrm>
          <a:off x="0" y="0"/>
          <a:ext cx="8229600" cy="135778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Policy = Business Requirement on Actions or Processes Performed</a:t>
          </a:r>
        </a:p>
      </dsp:txBody>
      <dsp:txXfrm>
        <a:off x="0" y="0"/>
        <a:ext cx="8229600" cy="1357788"/>
      </dsp:txXfrm>
    </dsp:sp>
    <dsp:sp modelId="{F612BBF6-AEEF-4E14-906F-5DD6B054BC96}">
      <dsp:nvSpPr>
        <dsp:cNvPr id="0" name=""/>
        <dsp:cNvSpPr/>
      </dsp:nvSpPr>
      <dsp:spPr>
        <a:xfrm>
          <a:off x="0" y="1278221"/>
          <a:ext cx="2740521" cy="29267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1520" tIns="68580" rIns="27432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Frameworks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  <a:tabLst/>
          </a:pPr>
          <a:r>
            <a:rPr lang="en-US" sz="1800" kern="1200" dirty="0"/>
            <a:t>Policy</a:t>
          </a:r>
        </a:p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  <a:tabLst/>
          </a:pPr>
          <a:r>
            <a:rPr lang="en-US" sz="1800" kern="1200" dirty="0"/>
            <a:t>Standard</a:t>
          </a:r>
        </a:p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  <a:tabLst/>
          </a:pPr>
          <a:r>
            <a:rPr lang="en-US" sz="1800" kern="1200" dirty="0"/>
            <a:t>Procedure</a:t>
          </a:r>
        </a:p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  <a:tabLst/>
          </a:pPr>
          <a:r>
            <a:rPr lang="en-US" sz="1800" kern="1200" dirty="0"/>
            <a:t>Guideline</a:t>
          </a:r>
        </a:p>
      </dsp:txBody>
      <dsp:txXfrm>
        <a:off x="0" y="1278221"/>
        <a:ext cx="2740521" cy="2926775"/>
      </dsp:txXfrm>
    </dsp:sp>
    <dsp:sp modelId="{B0611FFF-AA8C-43F0-9405-A94FE1EA8D4A}">
      <dsp:nvSpPr>
        <dsp:cNvPr id="0" name=""/>
        <dsp:cNvSpPr/>
      </dsp:nvSpPr>
      <dsp:spPr>
        <a:xfrm>
          <a:off x="2744539" y="1278934"/>
          <a:ext cx="2740521" cy="29259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0000"/>
              </a:solidFill>
            </a:rPr>
            <a:t>Threats to Systems</a:t>
          </a:r>
        </a:p>
      </dsp:txBody>
      <dsp:txXfrm>
        <a:off x="2744539" y="1278934"/>
        <a:ext cx="2740521" cy="2925919"/>
      </dsp:txXfrm>
    </dsp:sp>
    <dsp:sp modelId="{F3E4488C-7675-4CBD-86D3-AFD7F28AF8CC}">
      <dsp:nvSpPr>
        <dsp:cNvPr id="0" name=""/>
        <dsp:cNvSpPr/>
      </dsp:nvSpPr>
      <dsp:spPr>
        <a:xfrm>
          <a:off x="5485060" y="1278934"/>
          <a:ext cx="2740521" cy="29259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Controls on Systems</a:t>
          </a:r>
        </a:p>
      </dsp:txBody>
      <dsp:txXfrm>
        <a:off x="5485060" y="1278934"/>
        <a:ext cx="2740521" cy="2925919"/>
      </dsp:txXfrm>
    </dsp:sp>
    <dsp:sp modelId="{B64ED0CE-9F4F-4C04-998B-C008F688073B}">
      <dsp:nvSpPr>
        <dsp:cNvPr id="0" name=""/>
        <dsp:cNvSpPr/>
      </dsp:nvSpPr>
      <dsp:spPr>
        <a:xfrm>
          <a:off x="0" y="4209145"/>
          <a:ext cx="8229600" cy="31681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D9BEF8F-3D2A-4A77-8F46-9DA787DE50ED}" type="datetime1">
              <a:rPr lang="en-US"/>
              <a:pPr>
                <a:defRPr/>
              </a:pPr>
              <a:t>9/22/2023</a:t>
            </a:fld>
            <a:endParaRPr lang="en-US" dirty="0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(c) ITT Educational Services, Inc.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3E2F687D-FC6D-4338-B656-139AA476AD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0586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E391D7FE-4C72-435E-81C5-A6B0C3DE4785}" type="datetime1">
              <a:rPr lang="en-US"/>
              <a:pPr>
                <a:defRPr/>
              </a:pPr>
              <a:t>9/22/2023</a:t>
            </a:fld>
            <a:endParaRPr lang="en-US" dirty="0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(c) ITT Educational Services, Inc.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95E18E32-5B49-48C1-AAE4-7DFAB193C2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106128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CB2AD94-0E97-4ECB-918F-06B430342870}" type="slidenum">
              <a:rPr lang="en-US" smtClean="0">
                <a:latin typeface="Times New Roman" pitchFamily="18" charset="0"/>
              </a:rPr>
              <a:pPr eaLnBrk="1" hangingPunct="1"/>
              <a:t>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68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95AE9FB-2A9F-4A31-AB5B-CDB476CD75A6}" type="slidenum">
              <a:rPr lang="en-US" smtClean="0"/>
              <a:pPr eaLnBrk="1" hangingPunct="1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994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bg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19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2133600"/>
            <a:ext cx="7086600" cy="584775"/>
          </a:xfrm>
        </p:spPr>
        <p:txBody>
          <a:bodyPr>
            <a:spAutoFit/>
          </a:bodyPr>
          <a:lstStyle>
            <a:lvl1pPr marL="0" indent="0">
              <a:buFont typeface="Wingdings" pitchFamily="2" charset="2"/>
              <a:buNone/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47186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935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445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bg2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3"/>
            <a:ext cx="91440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304800"/>
            <a:ext cx="82994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295400"/>
            <a:ext cx="82994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80966" name="Text Box 6"/>
          <p:cNvSpPr txBox="1">
            <a:spLocks noChangeArrowheads="1"/>
          </p:cNvSpPr>
          <p:nvPr/>
        </p:nvSpPr>
        <p:spPr bwMode="auto">
          <a:xfrm>
            <a:off x="8382000" y="6496050"/>
            <a:ext cx="5810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800" dirty="0">
                <a:solidFill>
                  <a:schemeClr val="bg1"/>
                </a:solidFill>
              </a:rPr>
              <a:t>Page </a:t>
            </a:r>
            <a:fld id="{BB74BEDE-E398-4208-9772-B8C31D25EC35}" type="slidenum">
              <a:rPr lang="en-US" sz="800">
                <a:solidFill>
                  <a:schemeClr val="bg1"/>
                </a:solidFill>
              </a:rPr>
              <a:pPr eaLnBrk="0" hangingPunct="0">
                <a:defRPr/>
              </a:p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08" r:id="rId2"/>
    <p:sldLayoutId id="2147484009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687388" indent="-231775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SzPct val="85000"/>
        <a:buFont typeface="Times" pitchFamily="18" charset="0"/>
        <a:buChar char="•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400">
          <a:solidFill>
            <a:schemeClr val="tx1"/>
          </a:solidFill>
          <a:latin typeface="+mn-lt"/>
        </a:defRPr>
      </a:lvl3pPr>
      <a:lvl4pPr marL="1544638" indent="-173038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SzPct val="90000"/>
        <a:buChar char="›"/>
        <a:defRPr sz="1200">
          <a:solidFill>
            <a:schemeClr val="tx1"/>
          </a:solidFill>
          <a:latin typeface="+mn-lt"/>
        </a:defRPr>
      </a:lvl4pPr>
      <a:lvl5pPr marL="20526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000">
          <a:solidFill>
            <a:schemeClr val="tx1"/>
          </a:solidFill>
          <a:latin typeface="+mn-lt"/>
        </a:defRPr>
      </a:lvl5pPr>
      <a:lvl6pPr marL="25098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6pPr>
      <a:lvl7pPr marL="29670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7pPr>
      <a:lvl8pPr marL="34242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8pPr>
      <a:lvl9pPr marL="38814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01638" y="2133600"/>
            <a:ext cx="8348662" cy="3574473"/>
          </a:xfrm>
        </p:spPr>
        <p:txBody>
          <a:bodyPr/>
          <a:lstStyle/>
          <a:p>
            <a:pPr algn="ctr"/>
            <a:r>
              <a:rPr lang="en-US" sz="3600" b="1" dirty="0"/>
              <a:t>IAP301 Policy Development in Information Assurance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Lecture 1. Information Assurance Policy Management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7C82E5-8A51-2B1D-1C38-AB34A04D53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68370"/>
            <a:ext cx="1429406" cy="5896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Learning Objective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1313" y="1524000"/>
            <a:ext cx="8299450" cy="4419600"/>
          </a:xfrm>
        </p:spPr>
        <p:txBody>
          <a:bodyPr/>
          <a:lstStyle/>
          <a:p>
            <a:r>
              <a:rPr lang="en-US" sz="3200"/>
              <a:t>Identify the role of an information systems security (ISS) policy framework in overcoming business challenges.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Key Concepts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ISS and information assurance in organizations</a:t>
            </a:r>
          </a:p>
          <a:p>
            <a:r>
              <a:rPr lang="en-US" sz="3200" dirty="0"/>
              <a:t>ISS policies and their importance in organizations</a:t>
            </a:r>
          </a:p>
          <a:p>
            <a:r>
              <a:rPr lang="en-US" sz="3200" dirty="0"/>
              <a:t>Four information security controls</a:t>
            </a:r>
          </a:p>
          <a:p>
            <a:r>
              <a:rPr lang="en-US" sz="3200" dirty="0"/>
              <a:t>Business drivers that create the need for ISS policy framework</a:t>
            </a:r>
          </a:p>
          <a:p>
            <a:r>
              <a:rPr lang="en-US" sz="3200" dirty="0"/>
              <a:t>U.S. compliancy laws and industry standards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CONCEPTS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 dirty="0">
                <a:solidFill>
                  <a:schemeClr val="tx2"/>
                </a:solidFill>
              </a:rPr>
              <a:t>Information Security Controls</a:t>
            </a:r>
          </a:p>
        </p:txBody>
      </p:sp>
      <p:grpSp>
        <p:nvGrpSpPr>
          <p:cNvPr id="7171" name="Group 14"/>
          <p:cNvGrpSpPr>
            <a:grpSpLocks/>
          </p:cNvGrpSpPr>
          <p:nvPr/>
        </p:nvGrpSpPr>
        <p:grpSpPr bwMode="auto">
          <a:xfrm>
            <a:off x="539750" y="1527175"/>
            <a:ext cx="8027988" cy="4422775"/>
            <a:chOff x="228600" y="1219200"/>
            <a:chExt cx="8763000" cy="4876800"/>
          </a:xfrm>
        </p:grpSpPr>
        <p:grpSp>
          <p:nvGrpSpPr>
            <p:cNvPr id="7172" name="Group 3"/>
            <p:cNvGrpSpPr>
              <a:grpSpLocks/>
            </p:cNvGrpSpPr>
            <p:nvPr/>
          </p:nvGrpSpPr>
          <p:grpSpPr bwMode="auto">
            <a:xfrm>
              <a:off x="228600" y="1417638"/>
              <a:ext cx="4467225" cy="4678362"/>
              <a:chOff x="228600" y="2133600"/>
              <a:chExt cx="4953000" cy="3580228"/>
            </a:xfrm>
          </p:grpSpPr>
          <p:sp>
            <p:nvSpPr>
              <p:cNvPr id="7" name="Freeform 6"/>
              <p:cNvSpPr/>
              <p:nvPr/>
            </p:nvSpPr>
            <p:spPr>
              <a:xfrm>
                <a:off x="2086477" y="2133114"/>
                <a:ext cx="1173900" cy="805091"/>
              </a:xfrm>
              <a:custGeom>
                <a:avLst/>
                <a:gdLst>
                  <a:gd name="connsiteX0" fmla="*/ 0 w 1172412"/>
                  <a:gd name="connsiteY0" fmla="*/ 805145 h 805145"/>
                  <a:gd name="connsiteX1" fmla="*/ 509133 w 1172412"/>
                  <a:gd name="connsiteY1" fmla="*/ 0 h 805145"/>
                  <a:gd name="connsiteX2" fmla="*/ 663279 w 1172412"/>
                  <a:gd name="connsiteY2" fmla="*/ 0 h 805145"/>
                  <a:gd name="connsiteX3" fmla="*/ 1172412 w 1172412"/>
                  <a:gd name="connsiteY3" fmla="*/ 805145 h 805145"/>
                  <a:gd name="connsiteX4" fmla="*/ 0 w 1172412"/>
                  <a:gd name="connsiteY4" fmla="*/ 805145 h 805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2412" h="805145">
                    <a:moveTo>
                      <a:pt x="0" y="805145"/>
                    </a:moveTo>
                    <a:lnTo>
                      <a:pt x="509133" y="0"/>
                    </a:lnTo>
                    <a:lnTo>
                      <a:pt x="663279" y="0"/>
                    </a:lnTo>
                    <a:lnTo>
                      <a:pt x="1172412" y="805145"/>
                    </a:lnTo>
                    <a:lnTo>
                      <a:pt x="0" y="805145"/>
                    </a:lnTo>
                    <a:close/>
                  </a:path>
                </a:pathLst>
              </a:cu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44450" tIns="44450" rIns="44450" bIns="44450" spcCol="1270" anchor="ctr"/>
              <a:lstStyle/>
              <a:p>
                <a:pPr algn="ctr" defTabSz="15557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en-US" sz="2400" dirty="0"/>
              </a:p>
              <a:p>
                <a:pPr algn="ctr" defTabSz="15557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dirty="0"/>
                  <a:t>Policy</a:t>
                </a:r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1467825" y="3295875"/>
                <a:ext cx="2476527" cy="412593"/>
              </a:xfrm>
              <a:custGeom>
                <a:avLst/>
                <a:gdLst>
                  <a:gd name="connsiteX0" fmla="*/ 0 w 2476500"/>
                  <a:gd name="connsiteY0" fmla="*/ 412530 h 412530"/>
                  <a:gd name="connsiteX1" fmla="*/ 260863 w 2476500"/>
                  <a:gd name="connsiteY1" fmla="*/ 0 h 412530"/>
                  <a:gd name="connsiteX2" fmla="*/ 2215637 w 2476500"/>
                  <a:gd name="connsiteY2" fmla="*/ 0 h 412530"/>
                  <a:gd name="connsiteX3" fmla="*/ 2476500 w 2476500"/>
                  <a:gd name="connsiteY3" fmla="*/ 412530 h 412530"/>
                  <a:gd name="connsiteX4" fmla="*/ 0 w 2476500"/>
                  <a:gd name="connsiteY4" fmla="*/ 412530 h 412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500" h="412530">
                    <a:moveTo>
                      <a:pt x="0" y="412530"/>
                    </a:moveTo>
                    <a:lnTo>
                      <a:pt x="260863" y="0"/>
                    </a:lnTo>
                    <a:lnTo>
                      <a:pt x="2215637" y="0"/>
                    </a:lnTo>
                    <a:lnTo>
                      <a:pt x="2476500" y="412530"/>
                    </a:lnTo>
                    <a:lnTo>
                      <a:pt x="0" y="412530"/>
                    </a:lnTo>
                    <a:close/>
                  </a:path>
                </a:pathLst>
              </a:cu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462597" tIns="29210" rIns="462598" bIns="29210" spcCol="1270" anchor="ctr"/>
              <a:lstStyle/>
              <a:p>
                <a:pPr algn="ctr" defTabSz="10223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dirty="0"/>
                  <a:t>Standards</a:t>
                </a:r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847252" y="4275112"/>
                <a:ext cx="3715752" cy="387141"/>
              </a:xfrm>
              <a:custGeom>
                <a:avLst/>
                <a:gdLst>
                  <a:gd name="connsiteX0" fmla="*/ 0 w 3714750"/>
                  <a:gd name="connsiteY0" fmla="*/ 385428 h 385428"/>
                  <a:gd name="connsiteX1" fmla="*/ 243725 w 3714750"/>
                  <a:gd name="connsiteY1" fmla="*/ 0 h 385428"/>
                  <a:gd name="connsiteX2" fmla="*/ 3471025 w 3714750"/>
                  <a:gd name="connsiteY2" fmla="*/ 0 h 385428"/>
                  <a:gd name="connsiteX3" fmla="*/ 3714750 w 3714750"/>
                  <a:gd name="connsiteY3" fmla="*/ 385428 h 385428"/>
                  <a:gd name="connsiteX4" fmla="*/ 0 w 3714750"/>
                  <a:gd name="connsiteY4" fmla="*/ 385428 h 385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4750" h="385428">
                    <a:moveTo>
                      <a:pt x="0" y="385428"/>
                    </a:moveTo>
                    <a:lnTo>
                      <a:pt x="243725" y="0"/>
                    </a:lnTo>
                    <a:lnTo>
                      <a:pt x="3471025" y="0"/>
                    </a:lnTo>
                    <a:lnTo>
                      <a:pt x="3714750" y="385428"/>
                    </a:lnTo>
                    <a:lnTo>
                      <a:pt x="0" y="385428"/>
                    </a:lnTo>
                    <a:close/>
                  </a:path>
                </a:pathLst>
              </a:cu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679291" tIns="29210" rIns="679292" bIns="29210" spcCol="1270" anchor="ctr"/>
              <a:lstStyle/>
              <a:p>
                <a:pPr algn="ctr" defTabSz="10223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dirty="0"/>
                  <a:t>Procedures</a:t>
                </a:r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228600" y="5254350"/>
                <a:ext cx="4953056" cy="459478"/>
              </a:xfrm>
              <a:custGeom>
                <a:avLst/>
                <a:gdLst>
                  <a:gd name="connsiteX0" fmla="*/ 0 w 4953000"/>
                  <a:gd name="connsiteY0" fmla="*/ 459222 h 459222"/>
                  <a:gd name="connsiteX1" fmla="*/ 290389 w 4953000"/>
                  <a:gd name="connsiteY1" fmla="*/ 0 h 459222"/>
                  <a:gd name="connsiteX2" fmla="*/ 4662611 w 4953000"/>
                  <a:gd name="connsiteY2" fmla="*/ 0 h 459222"/>
                  <a:gd name="connsiteX3" fmla="*/ 4953000 w 4953000"/>
                  <a:gd name="connsiteY3" fmla="*/ 459222 h 459222"/>
                  <a:gd name="connsiteX4" fmla="*/ 0 w 4953000"/>
                  <a:gd name="connsiteY4" fmla="*/ 459222 h 459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53000" h="459222">
                    <a:moveTo>
                      <a:pt x="0" y="459222"/>
                    </a:moveTo>
                    <a:lnTo>
                      <a:pt x="290389" y="0"/>
                    </a:lnTo>
                    <a:lnTo>
                      <a:pt x="4662611" y="0"/>
                    </a:lnTo>
                    <a:lnTo>
                      <a:pt x="4953000" y="459222"/>
                    </a:lnTo>
                    <a:lnTo>
                      <a:pt x="0" y="459222"/>
                    </a:lnTo>
                    <a:close/>
                  </a:path>
                </a:pathLst>
              </a:cu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895984" tIns="29210" rIns="895986" bIns="29210" spcCol="1270" anchor="ctr"/>
              <a:lstStyle/>
              <a:p>
                <a:pPr algn="ctr" defTabSz="10223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dirty="0"/>
                  <a:t>Guidelines</a:t>
                </a:r>
              </a:p>
            </p:txBody>
          </p:sp>
        </p:grpSp>
        <p:sp>
          <p:nvSpPr>
            <p:cNvPr id="11" name="Line Callout 2 10"/>
            <p:cNvSpPr/>
            <p:nvPr/>
          </p:nvSpPr>
          <p:spPr>
            <a:xfrm>
              <a:off x="5028582" y="1219200"/>
              <a:ext cx="3963018" cy="1426631"/>
            </a:xfrm>
            <a:prstGeom prst="borderCallout2">
              <a:avLst>
                <a:gd name="adj1" fmla="val 49750"/>
                <a:gd name="adj2" fmla="val -418"/>
                <a:gd name="adj3" fmla="val 18750"/>
                <a:gd name="adj4" fmla="val -16667"/>
                <a:gd name="adj5" fmla="val 51125"/>
                <a:gd name="adj6" fmla="val -5837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dirty="0"/>
                <a:t>Defines how an organization performs and conducts business functions and transactions with a desired outcome.</a:t>
              </a:r>
            </a:p>
          </p:txBody>
        </p:sp>
        <p:sp>
          <p:nvSpPr>
            <p:cNvPr id="12" name="Line Callout 2 11"/>
            <p:cNvSpPr/>
            <p:nvPr/>
          </p:nvSpPr>
          <p:spPr>
            <a:xfrm>
              <a:off x="5028582" y="2749108"/>
              <a:ext cx="3963018" cy="1220076"/>
            </a:xfrm>
            <a:prstGeom prst="borderCallout2">
              <a:avLst>
                <a:gd name="adj1" fmla="val 50750"/>
                <a:gd name="adj2" fmla="val 93"/>
                <a:gd name="adj3" fmla="val 18750"/>
                <a:gd name="adj4" fmla="val -16667"/>
                <a:gd name="adj5" fmla="val 35340"/>
                <a:gd name="adj6" fmla="val -4031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dirty="0"/>
                <a:t>An established method implemented organization-wide.</a:t>
              </a:r>
            </a:p>
          </p:txBody>
        </p:sp>
        <p:sp>
          <p:nvSpPr>
            <p:cNvPr id="13" name="Line Callout 2 12"/>
            <p:cNvSpPr/>
            <p:nvPr/>
          </p:nvSpPr>
          <p:spPr>
            <a:xfrm>
              <a:off x="5028582" y="4114472"/>
              <a:ext cx="3963018" cy="915495"/>
            </a:xfrm>
            <a:prstGeom prst="borderCallout2">
              <a:avLst>
                <a:gd name="adj1" fmla="val 35750"/>
                <a:gd name="adj2" fmla="val -1184"/>
                <a:gd name="adj3" fmla="val 18750"/>
                <a:gd name="adj4" fmla="val -16667"/>
                <a:gd name="adj5" fmla="val 34412"/>
                <a:gd name="adj6" fmla="val -2561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dirty="0"/>
                <a:t>Steps required to implement a process.</a:t>
              </a:r>
            </a:p>
          </p:txBody>
        </p:sp>
        <p:sp>
          <p:nvSpPr>
            <p:cNvPr id="14" name="Line Callout 2 13"/>
            <p:cNvSpPr/>
            <p:nvPr/>
          </p:nvSpPr>
          <p:spPr>
            <a:xfrm>
              <a:off x="5028582" y="5182256"/>
              <a:ext cx="3963018" cy="913744"/>
            </a:xfrm>
            <a:prstGeom prst="borderCallout2">
              <a:avLst>
                <a:gd name="adj1" fmla="val 37750"/>
                <a:gd name="adj2" fmla="val 172"/>
                <a:gd name="adj3" fmla="val 28609"/>
                <a:gd name="adj4" fmla="val -8396"/>
                <a:gd name="adj5" fmla="val 69143"/>
                <a:gd name="adj6" fmla="val -1135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dirty="0"/>
                <a:t>A parameter within which a policy, standard, or procedure is suggested.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554188"/>
            <a:ext cx="8299450" cy="803564"/>
          </a:xfrm>
        </p:spPr>
        <p:txBody>
          <a:bodyPr/>
          <a:lstStyle/>
          <a:p>
            <a:r>
              <a:rPr lang="en-US" sz="4000" dirty="0"/>
              <a:t>Security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2119745"/>
            <a:ext cx="8299450" cy="3823855"/>
          </a:xfrm>
        </p:spPr>
        <p:txBody>
          <a:bodyPr/>
          <a:lstStyle/>
          <a:p>
            <a:r>
              <a:rPr lang="en-US" sz="2800" dirty="0"/>
              <a:t>Why do organization need security policies?</a:t>
            </a:r>
          </a:p>
          <a:p>
            <a:r>
              <a:rPr lang="en-US" sz="2800" dirty="0"/>
              <a:t>Information System Security</a:t>
            </a:r>
          </a:p>
          <a:p>
            <a:r>
              <a:rPr lang="en-US" sz="2800" dirty="0"/>
              <a:t>Information Assurance</a:t>
            </a:r>
          </a:p>
          <a:p>
            <a:r>
              <a:rPr lang="en-US" sz="2800" dirty="0"/>
              <a:t>Information Governance</a:t>
            </a:r>
          </a:p>
          <a:p>
            <a:r>
              <a:rPr lang="en-US" sz="2800" dirty="0"/>
              <a:t>Importance of Governance</a:t>
            </a:r>
          </a:p>
          <a:p>
            <a:r>
              <a:rPr lang="en-US" sz="2800" dirty="0"/>
              <a:t>Importance of  Policies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4259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539750" y="734290"/>
            <a:ext cx="8299450" cy="561109"/>
          </a:xfrm>
        </p:spPr>
        <p:txBody>
          <a:bodyPr/>
          <a:lstStyle/>
          <a:p>
            <a:r>
              <a:rPr lang="en-US" sz="4000" dirty="0"/>
              <a:t>Exercise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539750" y="1995054"/>
            <a:ext cx="8299450" cy="3948545"/>
          </a:xfrm>
        </p:spPr>
        <p:txBody>
          <a:bodyPr/>
          <a:lstStyle/>
          <a:p>
            <a:r>
              <a:rPr lang="en-US" sz="2800" dirty="0"/>
              <a:t>Within an assigned group, identify an appropriate policy, standard, procedure, and guideline for a specific security issue:</a:t>
            </a:r>
          </a:p>
          <a:p>
            <a:pPr lvl="1"/>
            <a:r>
              <a:rPr lang="en-US" sz="2400" dirty="0"/>
              <a:t>Group 1: Employee access to Facebook.</a:t>
            </a:r>
          </a:p>
          <a:p>
            <a:pPr lvl="1"/>
            <a:r>
              <a:rPr lang="en-US" sz="2400" dirty="0"/>
              <a:t>Group 2: Employee use of flash drives.</a:t>
            </a:r>
          </a:p>
          <a:p>
            <a:pPr lvl="1"/>
            <a:r>
              <a:rPr lang="en-US" sz="2400" dirty="0"/>
              <a:t>Group 3: Non-employee use of company resources.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403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>
                <a:solidFill>
                  <a:schemeClr val="tx2"/>
                </a:solidFill>
              </a:rPr>
              <a:t>Information Security Governance</a:t>
            </a:r>
          </a:p>
        </p:txBody>
      </p:sp>
      <p:graphicFrame>
        <p:nvGraphicFramePr>
          <p:cNvPr id="15" name="Content Placeholder 4"/>
          <p:cNvGraphicFramePr>
            <a:graphicFrameLocks noGrp="1"/>
          </p:cNvGraphicFramePr>
          <p:nvPr>
            <p:ph idx="1"/>
          </p:nvPr>
        </p:nvGraphicFramePr>
        <p:xfrm>
          <a:off x="1066800" y="1600201"/>
          <a:ext cx="76200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PROCESS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pPr>
              <a:defRPr/>
            </a:pPr>
            <a:r>
              <a:rPr lang="en-US" sz="4000" kern="1200" dirty="0">
                <a:solidFill>
                  <a:schemeClr val="tx2"/>
                </a:solidFill>
              </a:rPr>
              <a:t>Process for Creating a Policy Framework (Generic)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0243" name="TextBox 4"/>
          <p:cNvSpPr txBox="1">
            <a:spLocks noChangeArrowheads="1"/>
          </p:cNvSpPr>
          <p:nvPr/>
        </p:nvSpPr>
        <p:spPr bwMode="auto">
          <a:xfrm>
            <a:off x="2438400" y="1314450"/>
            <a:ext cx="579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1024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7813" y="3271838"/>
            <a:ext cx="685800" cy="592137"/>
          </a:xfrm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8" y="1825625"/>
            <a:ext cx="725487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2720975"/>
            <a:ext cx="657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4003675"/>
            <a:ext cx="53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8" y="4906963"/>
            <a:ext cx="63976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5532438"/>
            <a:ext cx="57150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0" name="Rectangle 3"/>
          <p:cNvSpPr>
            <a:spLocks noChangeArrowheads="1"/>
          </p:cNvSpPr>
          <p:nvPr/>
        </p:nvSpPr>
        <p:spPr bwMode="auto">
          <a:xfrm>
            <a:off x="1600200" y="3268663"/>
            <a:ext cx="5105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>
                <a:solidFill>
                  <a:srgbClr val="000000"/>
                </a:solidFill>
                <a:cs typeface="Calibri" pitchFamily="34" charset="0"/>
              </a:rPr>
              <a:t>Analyze existing policies for overlap and coverage.</a:t>
            </a:r>
          </a:p>
        </p:txBody>
      </p:sp>
      <p:sp>
        <p:nvSpPr>
          <p:cNvPr id="10251" name="Rectangle 3"/>
          <p:cNvSpPr>
            <a:spLocks noChangeArrowheads="1"/>
          </p:cNvSpPr>
          <p:nvPr/>
        </p:nvSpPr>
        <p:spPr bwMode="auto">
          <a:xfrm>
            <a:off x="1600200" y="1789113"/>
            <a:ext cx="5105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>
                <a:solidFill>
                  <a:srgbClr val="000000"/>
                </a:solidFill>
                <a:cs typeface="Calibri" pitchFamily="34" charset="0"/>
              </a:rPr>
              <a:t>Business recognizes a need for a new policy to be developed.</a:t>
            </a:r>
          </a:p>
        </p:txBody>
      </p:sp>
      <p:sp>
        <p:nvSpPr>
          <p:cNvPr id="10252" name="Rectangle 3"/>
          <p:cNvSpPr>
            <a:spLocks noChangeArrowheads="1"/>
          </p:cNvSpPr>
          <p:nvPr/>
        </p:nvSpPr>
        <p:spPr bwMode="auto">
          <a:xfrm>
            <a:off x="1600200" y="4113213"/>
            <a:ext cx="6096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/>
              <a:t>Develop case study relating to the new policy.</a:t>
            </a:r>
          </a:p>
        </p:txBody>
      </p:sp>
      <p:sp>
        <p:nvSpPr>
          <p:cNvPr id="10253" name="Rectangle 3"/>
          <p:cNvSpPr>
            <a:spLocks noChangeArrowheads="1"/>
          </p:cNvSpPr>
          <p:nvPr/>
        </p:nvSpPr>
        <p:spPr bwMode="auto">
          <a:xfrm>
            <a:off x="1600200" y="4772025"/>
            <a:ext cx="5105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/>
              <a:t>Examine existing frameworks for policies that can be used.</a:t>
            </a:r>
          </a:p>
        </p:txBody>
      </p:sp>
      <p:sp>
        <p:nvSpPr>
          <p:cNvPr id="10254" name="Rectangle 15"/>
          <p:cNvSpPr>
            <a:spLocks noChangeArrowheads="1"/>
          </p:cNvSpPr>
          <p:nvPr/>
        </p:nvSpPr>
        <p:spPr bwMode="auto">
          <a:xfrm>
            <a:off x="1600200" y="5553075"/>
            <a:ext cx="53276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/>
              <a:t>Implement new policy and add to policy change control board process.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951288" y="2344738"/>
            <a:ext cx="114300" cy="1809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0256" name="Rectangle 21"/>
          <p:cNvSpPr>
            <a:spLocks noChangeArrowheads="1"/>
          </p:cNvSpPr>
          <p:nvPr/>
        </p:nvSpPr>
        <p:spPr bwMode="auto">
          <a:xfrm>
            <a:off x="1600200" y="2565400"/>
            <a:ext cx="510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/>
              <a:t>Collect documents relating to the new policy.</a:t>
            </a:r>
          </a:p>
        </p:txBody>
      </p:sp>
      <p:sp>
        <p:nvSpPr>
          <p:cNvPr id="10257" name="TextBox 22"/>
          <p:cNvSpPr txBox="1">
            <a:spLocks noChangeArrowheads="1"/>
          </p:cNvSpPr>
          <p:nvPr/>
        </p:nvSpPr>
        <p:spPr bwMode="auto">
          <a:xfrm>
            <a:off x="7080250" y="2020888"/>
            <a:ext cx="1828800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/>
              <a:t>Purpose and mission for policy</a:t>
            </a:r>
          </a:p>
          <a:p>
            <a:pPr eaLnBrk="1" hangingPunct="1">
              <a:buFontTx/>
              <a:buAutoNum type="arabicPeriod"/>
            </a:pPr>
            <a:r>
              <a:rPr lang="en-US"/>
              <a:t>Responsibilities for enforcing policy</a:t>
            </a:r>
          </a:p>
          <a:p>
            <a:pPr eaLnBrk="1" hangingPunct="1">
              <a:buFontTx/>
              <a:buAutoNum type="arabicPeriod"/>
            </a:pPr>
            <a:r>
              <a:rPr lang="en-US"/>
              <a:t>Compliance issues covered by new policy</a:t>
            </a:r>
          </a:p>
          <a:p>
            <a:pPr eaLnBrk="1" hangingPunct="1">
              <a:buFontTx/>
              <a:buAutoNum type="arabicPeriod"/>
            </a:pPr>
            <a:r>
              <a:rPr lang="en-US"/>
              <a:t>Scope of policy coverage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6318250" y="2173288"/>
            <a:ext cx="762000" cy="609600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6318250" y="2782888"/>
            <a:ext cx="844550" cy="265112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16200000" flipH="1">
            <a:off x="5541169" y="3559969"/>
            <a:ext cx="2398712" cy="844550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16200000" flipH="1">
            <a:off x="6074569" y="3026569"/>
            <a:ext cx="1331912" cy="844550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Down Arrow 37"/>
          <p:cNvSpPr/>
          <p:nvPr/>
        </p:nvSpPr>
        <p:spPr>
          <a:xfrm>
            <a:off x="3951288" y="3044825"/>
            <a:ext cx="114300" cy="1825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9" name="Down Arrow 38"/>
          <p:cNvSpPr/>
          <p:nvPr/>
        </p:nvSpPr>
        <p:spPr>
          <a:xfrm>
            <a:off x="3929063" y="3790950"/>
            <a:ext cx="114300" cy="1825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0" name="Down Arrow 39"/>
          <p:cNvSpPr/>
          <p:nvPr/>
        </p:nvSpPr>
        <p:spPr>
          <a:xfrm>
            <a:off x="3951288" y="4598988"/>
            <a:ext cx="114300" cy="1825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1" name="Down Arrow 40"/>
          <p:cNvSpPr/>
          <p:nvPr/>
        </p:nvSpPr>
        <p:spPr>
          <a:xfrm>
            <a:off x="3965575" y="5278438"/>
            <a:ext cx="114300" cy="1825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539750" y="734290"/>
            <a:ext cx="8299450" cy="561109"/>
          </a:xfrm>
        </p:spPr>
        <p:txBody>
          <a:bodyPr/>
          <a:lstStyle/>
          <a:p>
            <a:r>
              <a:rPr lang="en-US" sz="4000" dirty="0"/>
              <a:t>Exercise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539750" y="1995054"/>
            <a:ext cx="8299450" cy="3948545"/>
          </a:xfrm>
        </p:spPr>
        <p:txBody>
          <a:bodyPr/>
          <a:lstStyle/>
          <a:p>
            <a:r>
              <a:rPr lang="en-US" sz="2800" dirty="0"/>
              <a:t>Within an assigned group, identify the steps needed to develop and implement a security policy for a specific type of organization:</a:t>
            </a:r>
          </a:p>
          <a:p>
            <a:pPr lvl="1"/>
            <a:r>
              <a:rPr lang="en-US" sz="2400" dirty="0"/>
              <a:t>Group 1: Four-Dentist Dental Practice</a:t>
            </a:r>
          </a:p>
          <a:p>
            <a:pPr lvl="1"/>
            <a:r>
              <a:rPr lang="en-US" sz="2400" dirty="0"/>
              <a:t>Group 2: Ten-Person Money Management Firm</a:t>
            </a:r>
          </a:p>
          <a:p>
            <a:pPr lvl="1"/>
            <a:r>
              <a:rPr lang="en-US" sz="2400" dirty="0"/>
              <a:t>Group 3: Multinational IT Consulting Firm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242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ROLES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pPr>
              <a:defRPr/>
            </a:pPr>
            <a:r>
              <a:rPr lang="en-US" sz="4000" kern="1200" dirty="0">
                <a:solidFill>
                  <a:schemeClr val="tx2"/>
                </a:solidFill>
              </a:rPr>
              <a:t>Typical Large Public Organization</a:t>
            </a:r>
            <a:endParaRPr lang="en-US" sz="4000" dirty="0">
              <a:solidFill>
                <a:schemeClr val="tx2"/>
              </a:solidFill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39750" y="1745672"/>
          <a:ext cx="8299450" cy="4197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539750" y="734290"/>
            <a:ext cx="8299450" cy="561109"/>
          </a:xfrm>
        </p:spPr>
        <p:txBody>
          <a:bodyPr/>
          <a:lstStyle/>
          <a:p>
            <a:r>
              <a:rPr lang="en-US" sz="4000" dirty="0"/>
              <a:t>Exercise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539750" y="1995054"/>
            <a:ext cx="8299450" cy="3948545"/>
          </a:xfrm>
        </p:spPr>
        <p:txBody>
          <a:bodyPr/>
          <a:lstStyle/>
          <a:p>
            <a:r>
              <a:rPr lang="en-US" sz="2800" dirty="0"/>
              <a:t>Within an assigned group, search the Internet and find a job description or job announcement for a specific corporate security officer:</a:t>
            </a:r>
          </a:p>
          <a:p>
            <a:pPr lvl="1"/>
            <a:r>
              <a:rPr lang="en-US" sz="2400" dirty="0"/>
              <a:t>Group 1: Risk Manager</a:t>
            </a:r>
          </a:p>
          <a:p>
            <a:pPr lvl="1"/>
            <a:r>
              <a:rPr lang="en-US" sz="2400" dirty="0"/>
              <a:t>Group 2: Security Manager</a:t>
            </a:r>
          </a:p>
          <a:p>
            <a:pPr lvl="1"/>
            <a:r>
              <a:rPr lang="en-US" sz="2400" dirty="0"/>
              <a:t>Group 3: Chief Information Security Officer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41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RATIONALE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pPr>
              <a:defRPr/>
            </a:pPr>
            <a:r>
              <a:rPr lang="en-US" sz="4000" kern="1200" dirty="0">
                <a:solidFill>
                  <a:schemeClr val="tx2"/>
                </a:solidFill>
              </a:rPr>
              <a:t>Organizational Policy Development and Importance</a:t>
            </a:r>
            <a:endParaRPr lang="en-US" sz="4000"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/>
          <p:cNvSpPr>
            <a:spLocks noGrp="1"/>
          </p:cNvSpPr>
          <p:nvPr>
            <p:ph type="title"/>
          </p:nvPr>
        </p:nvSpPr>
        <p:spPr>
          <a:xfrm>
            <a:off x="539750" y="419100"/>
            <a:ext cx="8299450" cy="990600"/>
          </a:xfrm>
        </p:spPr>
        <p:txBody>
          <a:bodyPr/>
          <a:lstStyle/>
          <a:p>
            <a:r>
              <a:rPr lang="en-US" sz="4000">
                <a:ea typeface="ＭＳ Ｐゴシック" pitchFamily="106" charset="-128"/>
              </a:rPr>
              <a:t>Summary</a:t>
            </a:r>
          </a:p>
        </p:txBody>
      </p:sp>
      <p:sp>
        <p:nvSpPr>
          <p:cNvPr id="15363" name="Content Placeholder 4"/>
          <p:cNvSpPr>
            <a:spLocks/>
          </p:cNvSpPr>
          <p:nvPr/>
        </p:nvSpPr>
        <p:spPr bwMode="auto">
          <a:xfrm>
            <a:off x="539750" y="1452563"/>
            <a:ext cx="82994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3363" indent="-233363" eaLnBrk="0" hangingPunct="0">
              <a:spcBef>
                <a:spcPct val="20000"/>
              </a:spcBef>
              <a:buClr>
                <a:srgbClr val="ED6E2E"/>
              </a:buClr>
              <a:buFont typeface="Wingdings" pitchFamily="2" charset="2"/>
              <a:buChar char="§"/>
            </a:pPr>
            <a:r>
              <a:rPr lang="en-US" sz="3200"/>
              <a:t>In this presentation, the following were covered: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3200"/>
              <a:t>Four information security controls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3200"/>
              <a:t>Components of information security governance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3200"/>
              <a:t>Process for creating a policy framework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3200"/>
              <a:t>Importance of security policy in an organization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539750" y="637309"/>
            <a:ext cx="8299450" cy="990600"/>
          </a:xfrm>
        </p:spPr>
        <p:txBody>
          <a:bodyPr/>
          <a:lstStyle/>
          <a:p>
            <a:r>
              <a:rPr lang="en-US" sz="4000" dirty="0"/>
              <a:t>Discussion and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2438400"/>
            <a:ext cx="8299450" cy="3505199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Discussion 1:	Importance of Security Policies</a:t>
            </a:r>
          </a:p>
          <a:p>
            <a:pPr>
              <a:defRPr/>
            </a:pPr>
            <a:r>
              <a:rPr lang="en-US" sz="2800" dirty="0"/>
              <a:t>Assignment 1:	Security Policies Overcoming Business Challenges</a:t>
            </a:r>
          </a:p>
          <a:p>
            <a:pPr>
              <a:defRPr/>
            </a:pPr>
            <a:endParaRPr lang="en-US" sz="2800" dirty="0"/>
          </a:p>
          <a:p>
            <a:pPr marL="0" indent="0">
              <a:buFont typeface="Wingdings" pitchFamily="2" charset="2"/>
              <a:buNone/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35363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539750" y="692727"/>
            <a:ext cx="8299450" cy="990600"/>
          </a:xfrm>
        </p:spPr>
        <p:txBody>
          <a:bodyPr/>
          <a:lstStyle/>
          <a:p>
            <a:r>
              <a:rPr lang="en-US" sz="4000" dirty="0"/>
              <a:t>Lab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2535381"/>
            <a:ext cx="8299450" cy="3408217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Lab is in the lab manual on </a:t>
            </a:r>
            <a:r>
              <a:rPr lang="en-US" sz="2800" dirty="0" err="1"/>
              <a:t>cms</a:t>
            </a:r>
            <a:endParaRPr lang="en-US" sz="2800" dirty="0"/>
          </a:p>
          <a:p>
            <a:pPr>
              <a:defRPr/>
            </a:pPr>
            <a:r>
              <a:rPr lang="en-US" sz="2800" dirty="0"/>
              <a:t>Lab	1: Craft an Organization-Wide Security Management Policy for Acceptable Use</a:t>
            </a:r>
          </a:p>
          <a:p>
            <a:pPr>
              <a:defRPr/>
            </a:pPr>
            <a:r>
              <a:rPr lang="en-US" sz="2800" dirty="0"/>
              <a:t>Reading Assignment 1, Chapter 1, 2 and 3</a:t>
            </a:r>
          </a:p>
        </p:txBody>
      </p:sp>
    </p:spTree>
    <p:extLst>
      <p:ext uri="{BB962C8B-B14F-4D97-AF65-F5344CB8AC3E}">
        <p14:creationId xmlns:p14="http://schemas.microsoft.com/office/powerpoint/2010/main" val="69086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539750" y="554189"/>
            <a:ext cx="8299450" cy="990600"/>
          </a:xfrm>
        </p:spPr>
        <p:txBody>
          <a:bodyPr/>
          <a:lstStyle/>
          <a:p>
            <a:r>
              <a:rPr lang="en-US" sz="4000" dirty="0"/>
              <a:t>Group Assignment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539750" y="1759526"/>
            <a:ext cx="8299450" cy="4184073"/>
          </a:xfrm>
        </p:spPr>
        <p:txBody>
          <a:bodyPr/>
          <a:lstStyle/>
          <a:p>
            <a:r>
              <a:rPr lang="en-US" sz="2800" dirty="0"/>
              <a:t>Topic (Due on Week 5): </a:t>
            </a:r>
          </a:p>
          <a:p>
            <a:r>
              <a:rPr lang="en-US" sz="2800" dirty="0"/>
              <a:t>Class:</a:t>
            </a:r>
          </a:p>
          <a:p>
            <a:r>
              <a:rPr lang="en-US" sz="2800" dirty="0"/>
              <a:t>This is a Team-Work. Each team is of 3-5 members with a team leader.</a:t>
            </a:r>
          </a:p>
          <a:p>
            <a:r>
              <a:rPr lang="en-US" sz="2800" dirty="0"/>
              <a:t>Deliverables or milestone drafts as specified in slide form will be submitted and presented in class. </a:t>
            </a:r>
          </a:p>
          <a:p>
            <a:r>
              <a:rPr lang="en-US" sz="2800" dirty="0"/>
              <a:t>Due on Week 10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295015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ROPS" val="doc-id:164124"/>
  <p:tag name="PRESENTATION_PLAYLIST_COUNT" val="0"/>
  <p:tag name="PRESENTATION_PRESENTER_SLIDE_LEVEL" val="0"/>
  <p:tag name="ART_ENCODE_TYPE" val="0"/>
  <p:tag name="ART_ENCODE_INDEX" val="1"/>
  <p:tag name="PUBLISH_TITLE" val="PM 2006"/>
  <p:tag name="ARTICULATE_PUBLISH_PATH" val="C:\Documents and Settings\Josh Bersin\My Documents\_Bersin Files\_PRESENTATIONS\2006_05_PMLAUNCH\PM 2006"/>
  <p:tag name="ARTICULATE_LOGO" val="Bersin-Logo2.gif"/>
  <p:tag name="ARTICULATE_PRESENTER" val="Josh Bersin"/>
  <p:tag name="ARTICULATE_PRESENTER_GUID" val="AF8D0DB1-D4D4-4749-BE26-AB8CCB5FD1C7"/>
  <p:tag name="ARTICULATE_LMS" val="0"/>
  <p:tag name="LMS_PUBLISH" val="No"/>
  <p:tag name="PLAYERLOGOHEIGHT" val="94"/>
  <p:tag name="PLAYERLOGOWIDTH" val="244"/>
  <p:tag name="LAUNCHINNEWWINDOW" val="1"/>
  <p:tag name="LASTPUBLISHED" val="C:\Documents and Settings\Josh Bersin\My Documents\_Bersin Files\_PRESENTATIONS\2006_05_PMLAUNCH\PM 2006\PM 2006\launcher.html"/>
  <p:tag name="MMPROD_NEXTUNIQUEID" val="10009"/>
  <p:tag name="MMPROD_UIDATA" val="&lt;database version=&quot;7.0&quot;&gt;&lt;object type=&quot;1&quot; unique_id=&quot;10001&quot;&gt;&lt;property id=&quot;20141&quot; value=&quot;PM 2006&quot;/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Cummins Presentation&amp;#x0D;&amp;#x0A;High-Impact Learning Organizations &amp;#x0D;&amp;#x0A;&amp;#x0D;&amp;#x0A;WhatWorks® In the Management, Governance, and Operations &quot;/&gt;&lt;property id=&quot;20302&quot; value=&quot;0&quot;/&gt;&lt;property id=&quot;20307&quot; value=&quot;1507&quot;/&gt;&lt;/object&gt;&lt;object type=&quot;3&quot; unique_id=&quot;10006&quot;&gt;&lt;property id=&quot;20148&quot; value=&quot;5&quot;/&gt;&lt;property id=&quot;20300&quot; value=&quot;Slide 2 - &amp;quot;Bersin WhatWorks® Methodology&amp;quot;&quot;/&gt;&lt;property id=&quot;20302&quot; value=&quot;0&quot;/&gt;&lt;property id=&quot;20307&quot; value=&quot;1509&quot;/&gt;&lt;/object&gt;&lt;object type=&quot;3&quot; unique_id=&quot;10008&quot;&gt;&lt;property id=&quot;20148&quot; value=&quot;5&quot;/&gt;&lt;property id=&quot;20300&quot; value=&quot;Slide 6 - &amp;quot;The Corporate L&amp;amp;D Marketplace&amp;quot;&quot;/&gt;&lt;property id=&quot;20302&quot; value=&quot;0&quot;/&gt;&lt;property id=&quot;20307&quot; value=&quot;1486&quot;/&gt;&lt;/object&gt;&lt;object type=&quot;3&quot; unique_id=&quot;10011&quot;&gt;&lt;property id=&quot;20148&quot; value=&quot;5&quot;/&gt;&lt;property id=&quot;20300&quot; value=&quot;Slide 7 - &amp;quot;Current Workforce Demographics&amp;quot;&quot;/&gt;&lt;property id=&quot;20302&quot; value=&quot;0&quot;/&gt;&lt;property id=&quot;20307&quot; value=&quot;1513&quot;/&gt;&lt;/object&gt;&lt;object type=&quot;3&quot; unique_id=&quot;10013&quot;&gt;&lt;property id=&quot;20148&quot; value=&quot;5&quot;/&gt;&lt;property id=&quot;20300&quot; value=&quot;Slide 8 - &amp;quot;Today’s Worker&amp;quot;&quot;/&gt;&lt;property id=&quot;20302&quot; value=&quot;0&quot;/&gt;&lt;property id=&quot;20307&quot; value=&quot;1520&quot;/&gt;&lt;/object&gt;&lt;object type=&quot;3&quot; unique_id=&quot;10015&quot;&gt;&lt;property id=&quot;20148&quot; value=&quot;5&quot;/&gt;&lt;property id=&quot;20300&quot; value=&quot;Slide 9 - &amp;quot;Forces for Change in Corporate L&amp;amp;D&amp;quot;&quot;/&gt;&lt;property id=&quot;20302&quot; value=&quot;0&quot;/&gt;&lt;property id=&quot;20307&quot; value=&quot;1479&quot;/&gt;&lt;/object&gt;&lt;object type=&quot;3&quot; unique_id=&quot;10018&quot;&gt;&lt;property id=&quot;20148&quot; value=&quot;5&quot;/&gt;&lt;property id=&quot;20300&quot; value=&quot;Slide 10 - &amp;quot;High Impact Learning Organization&amp;#x0D;&amp;#x0A;How we create business impact&amp;quot;&quot;/&gt;&lt;property id=&quot;20302&quot; value=&quot;0&quot;/&gt;&lt;property id=&quot;20307&quot; value=&quot;1485&quot;/&gt;&lt;/object&gt;&lt;object type=&quot;3&quot; unique_id=&quot;10030&quot;&gt;&lt;property id=&quot;20148&quot; value=&quot;5&quot;/&gt;&lt;property id=&quot;20300&quot; value=&quot;Slide 11 - &amp;quot;High Impact Governance&amp;quot;&quot;/&gt;&lt;property id=&quot;20302&quot; value=&quot;0&quot;/&gt;&lt;property id=&quot;20307&quot; value=&quot;1523&quot;/&gt;&lt;/object&gt;&lt;object type=&quot;3&quot; unique_id=&quot;10031&quot;&gt;&lt;property id=&quot;20148&quot; value=&quot;5&quot;/&gt;&lt;property id=&quot;20300&quot; value=&quot;Slide 12 - &amp;quot;High Impact Governance Process&amp;quot;&quot;/&gt;&lt;property id=&quot;20302&quot; value=&quot;0&quot;/&gt;&lt;property id=&quot;20307&quot; value=&quot;1527&quot;/&gt;&lt;/object&gt;&lt;object type=&quot;3&quot; unique_id=&quot;10033&quot;&gt;&lt;property id=&quot;20148&quot; value=&quot;5&quot;/&gt;&lt;property id=&quot;20300&quot; value=&quot;Slide 13 - &amp;quot;Strategy Alignment Process&amp;quot;&quot;/&gt;&lt;property id=&quot;20302&quot; value=&quot;0&quot;/&gt;&lt;property id=&quot;20307&quot; value=&quot;1572&quot;/&gt;&lt;/object&gt;&lt;object type=&quot;3&quot; unique_id=&quot;10036&quot;&gt;&lt;property id=&quot;20148&quot; value=&quot;5&quot;/&gt;&lt;property id=&quot;20300&quot; value=&quot;Slide 14 - &amp;quot;A Working Federated Model&amp;quot;&quot;/&gt;&lt;property id=&quot;20302&quot; value=&quot;0&quot;/&gt;&lt;property id=&quot;20307&quot; value=&quot;1528&quot;/&gt;&lt;/object&gt;&lt;object type=&quot;3&quot; unique_id=&quot;10970&quot;&gt;&lt;property id=&quot;20148&quot; value=&quot;5&quot;/&gt;&lt;property id=&quot;20300&quot; value=&quot;Slide 3&quot;/&gt;&lt;property id=&quot;20307&quot; value=&quot;1573&quot;/&gt;&lt;/object&gt;&lt;object type=&quot;3&quot; unique_id=&quot;10971&quot;&gt;&lt;property id=&quot;20148&quot; value=&quot;5&quot;/&gt;&lt;property id=&quot;20300&quot; value=&quot;Slide 4 - &amp;quot;Business Needs Leading to Training Requirements&amp;quot;&quot;/&gt;&lt;property id=&quot;20307&quot; value=&quot;1574&quot;/&gt;&lt;/object&gt;&lt;object type=&quot;3&quot; unique_id=&quot;10972&quot;&gt;&lt;property id=&quot;20148&quot; value=&quot;5&quot;/&gt;&lt;property id=&quot;20300&quot; value=&quot;Slide 5 - &amp;quot;Context - Training &amp;amp; Development: &amp;#x0D;&amp;#x0A;Sample Interventions&amp;quot;&quot;/&gt;&lt;property id=&quot;20307&quot; value=&quot;1575&quot;/&gt;&lt;/object&gt;&lt;/object&gt;&lt;object type=&quot;4&quot; unique_id=&quot;10310&quot;&gt;&lt;property id=&quot;28&quot; value=&quot;1000&quot;/&gt;&lt;object type=&quot;5&quot; unique_id=&quot;1001&quot;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lank Presentation">
  <a:themeElements>
    <a:clrScheme name="Blank Presentation 2">
      <a:dk1>
        <a:srgbClr val="000000"/>
      </a:dk1>
      <a:lt1>
        <a:srgbClr val="FFFFFF"/>
      </a:lt1>
      <a:dk2>
        <a:srgbClr val="204F91"/>
      </a:dk2>
      <a:lt2>
        <a:srgbClr val="A1A8AD"/>
      </a:lt2>
      <a:accent1>
        <a:srgbClr val="38629C"/>
      </a:accent1>
      <a:accent2>
        <a:srgbClr val="FE9901"/>
      </a:accent2>
      <a:accent3>
        <a:srgbClr val="FFFFFF"/>
      </a:accent3>
      <a:accent4>
        <a:srgbClr val="000000"/>
      </a:accent4>
      <a:accent5>
        <a:srgbClr val="AEB7CB"/>
      </a:accent5>
      <a:accent6>
        <a:srgbClr val="E68A01"/>
      </a:accent6>
      <a:hlink>
        <a:srgbClr val="7DBA00"/>
      </a:hlink>
      <a:folHlink>
        <a:srgbClr val="9C1F2E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204F91"/>
        </a:dk2>
        <a:lt2>
          <a:srgbClr val="A1A8AD"/>
        </a:lt2>
        <a:accent1>
          <a:srgbClr val="38629C"/>
        </a:accent1>
        <a:accent2>
          <a:srgbClr val="FE9901"/>
        </a:accent2>
        <a:accent3>
          <a:srgbClr val="FFFFFF"/>
        </a:accent3>
        <a:accent4>
          <a:srgbClr val="000000"/>
        </a:accent4>
        <a:accent5>
          <a:srgbClr val="AEB7CB"/>
        </a:accent5>
        <a:accent6>
          <a:srgbClr val="E68A01"/>
        </a:accent6>
        <a:hlink>
          <a:srgbClr val="7DBA00"/>
        </a:hlink>
        <a:folHlink>
          <a:srgbClr val="9C1F2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3366"/>
        </a:dk2>
        <a:lt2>
          <a:srgbClr val="A1A8AD"/>
        </a:lt2>
        <a:accent1>
          <a:srgbClr val="A8C77F"/>
        </a:accent1>
        <a:accent2>
          <a:srgbClr val="547933"/>
        </a:accent2>
        <a:accent3>
          <a:srgbClr val="FFFFFF"/>
        </a:accent3>
        <a:accent4>
          <a:srgbClr val="000000"/>
        </a:accent4>
        <a:accent5>
          <a:srgbClr val="D1E0C0"/>
        </a:accent5>
        <a:accent6>
          <a:srgbClr val="4B6D2D"/>
        </a:accent6>
        <a:hlink>
          <a:srgbClr val="E6851A"/>
        </a:hlink>
        <a:folHlink>
          <a:srgbClr val="9C1F2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4D7D35"/>
        </a:dk2>
        <a:lt2>
          <a:srgbClr val="91B3BD"/>
        </a:lt2>
        <a:accent1>
          <a:srgbClr val="49699D"/>
        </a:accent1>
        <a:accent2>
          <a:srgbClr val="D2E0BA"/>
        </a:accent2>
        <a:accent3>
          <a:srgbClr val="FFFFFF"/>
        </a:accent3>
        <a:accent4>
          <a:srgbClr val="000000"/>
        </a:accent4>
        <a:accent5>
          <a:srgbClr val="B1B9CC"/>
        </a:accent5>
        <a:accent6>
          <a:srgbClr val="BECBA8"/>
        </a:accent6>
        <a:hlink>
          <a:srgbClr val="704A6E"/>
        </a:hlink>
        <a:folHlink>
          <a:srgbClr val="94809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4D7D35"/>
        </a:dk2>
        <a:lt2>
          <a:srgbClr val="91B3BD"/>
        </a:lt2>
        <a:accent1>
          <a:srgbClr val="49699D"/>
        </a:accent1>
        <a:accent2>
          <a:srgbClr val="C57F21"/>
        </a:accent2>
        <a:accent3>
          <a:srgbClr val="FFFFFF"/>
        </a:accent3>
        <a:accent4>
          <a:srgbClr val="000000"/>
        </a:accent4>
        <a:accent5>
          <a:srgbClr val="B1B9CC"/>
        </a:accent5>
        <a:accent6>
          <a:srgbClr val="B2721D"/>
        </a:accent6>
        <a:hlink>
          <a:srgbClr val="704A6E"/>
        </a:hlink>
        <a:folHlink>
          <a:srgbClr val="94809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3366"/>
        </a:dk1>
        <a:lt1>
          <a:srgbClr val="FFFFFF"/>
        </a:lt1>
        <a:dk2>
          <a:srgbClr val="204F91"/>
        </a:dk2>
        <a:lt2>
          <a:srgbClr val="A1A8AD"/>
        </a:lt2>
        <a:accent1>
          <a:srgbClr val="73B244"/>
        </a:accent1>
        <a:accent2>
          <a:srgbClr val="932121"/>
        </a:accent2>
        <a:accent3>
          <a:srgbClr val="FFFFFF"/>
        </a:accent3>
        <a:accent4>
          <a:srgbClr val="002A56"/>
        </a:accent4>
        <a:accent5>
          <a:srgbClr val="BCD5B0"/>
        </a:accent5>
        <a:accent6>
          <a:srgbClr val="851D1D"/>
        </a:accent6>
        <a:hlink>
          <a:srgbClr val="67983A"/>
        </a:hlink>
        <a:folHlink>
          <a:srgbClr val="315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3366"/>
        </a:dk1>
        <a:lt1>
          <a:srgbClr val="FFFFFF"/>
        </a:lt1>
        <a:dk2>
          <a:srgbClr val="204F91"/>
        </a:dk2>
        <a:lt2>
          <a:srgbClr val="A1A8AD"/>
        </a:lt2>
        <a:accent1>
          <a:srgbClr val="D7D214"/>
        </a:accent1>
        <a:accent2>
          <a:srgbClr val="932121"/>
        </a:accent2>
        <a:accent3>
          <a:srgbClr val="FFFFFF"/>
        </a:accent3>
        <a:accent4>
          <a:srgbClr val="002A56"/>
        </a:accent4>
        <a:accent5>
          <a:srgbClr val="E8E5AA"/>
        </a:accent5>
        <a:accent6>
          <a:srgbClr val="851D1D"/>
        </a:accent6>
        <a:hlink>
          <a:srgbClr val="67983A"/>
        </a:hlink>
        <a:folHlink>
          <a:srgbClr val="315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4D7D35"/>
        </a:dk2>
        <a:lt2>
          <a:srgbClr val="91B3BD"/>
        </a:lt2>
        <a:accent1>
          <a:srgbClr val="49699D"/>
        </a:accent1>
        <a:accent2>
          <a:srgbClr val="DD9043"/>
        </a:accent2>
        <a:accent3>
          <a:srgbClr val="FFFFFF"/>
        </a:accent3>
        <a:accent4>
          <a:srgbClr val="000000"/>
        </a:accent4>
        <a:accent5>
          <a:srgbClr val="B1B9CC"/>
        </a:accent5>
        <a:accent6>
          <a:srgbClr val="C8823C"/>
        </a:accent6>
        <a:hlink>
          <a:srgbClr val="704A6E"/>
        </a:hlink>
        <a:folHlink>
          <a:srgbClr val="9480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69862757D4DE44893AB3F20D4900D1" ma:contentTypeVersion="0" ma:contentTypeDescription="Create a new document." ma:contentTypeScope="" ma:versionID="de924425f64a35fd3e6bdf165bb16c0f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FC179457-D557-43E5-8F5D-F70BD37A9867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4CA79F13-E1AA-4D61-B102-462BE46595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BF6851-79BD-45AA-8995-E386845366F8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1EB8639A-8193-41A3-B88D-30381B1E59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22713</TotalTime>
  <Words>571</Words>
  <Application>Microsoft Office PowerPoint</Application>
  <PresentationFormat>On-screen Show (4:3)</PresentationFormat>
  <Paragraphs>104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Times</vt:lpstr>
      <vt:lpstr>Times New Roman</vt:lpstr>
      <vt:lpstr>Wingdings</vt:lpstr>
      <vt:lpstr>Blank Presentation</vt:lpstr>
      <vt:lpstr>PowerPoint Presentation</vt:lpstr>
      <vt:lpstr>Learning Objective</vt:lpstr>
      <vt:lpstr>Key Concepts</vt:lpstr>
      <vt:lpstr> EXPLORE: CONCEPTS</vt:lpstr>
      <vt:lpstr>Information Security Controls</vt:lpstr>
      <vt:lpstr>Security policies</vt:lpstr>
      <vt:lpstr>Exercise</vt:lpstr>
      <vt:lpstr>Information Security Governance</vt:lpstr>
      <vt:lpstr> EXPLORE: PROCESS</vt:lpstr>
      <vt:lpstr>Process for Creating a Policy Framework (Generic)</vt:lpstr>
      <vt:lpstr>Exercise</vt:lpstr>
      <vt:lpstr> EXPLORE: ROLES</vt:lpstr>
      <vt:lpstr>Typical Large Public Organization</vt:lpstr>
      <vt:lpstr>Exercise</vt:lpstr>
      <vt:lpstr> EXPLORE: RATIONALE</vt:lpstr>
      <vt:lpstr>Organizational Policy Development and Importance</vt:lpstr>
      <vt:lpstr>Summary</vt:lpstr>
      <vt:lpstr>Discussion and Assignment</vt:lpstr>
      <vt:lpstr>Lab Activities</vt:lpstr>
      <vt:lpstr>Group Assignment</vt:lpstr>
    </vt:vector>
  </TitlesOfParts>
  <Company>Bersin &amp; Associates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E-Learning</dc:title>
  <dc:creator>Josh Bersin</dc:creator>
  <cp:lastModifiedBy>Chi Nguyen Dinh</cp:lastModifiedBy>
  <cp:revision>3147</cp:revision>
  <cp:lastPrinted>2008-07-07T18:08:55Z</cp:lastPrinted>
  <dcterms:created xsi:type="dcterms:W3CDTF">1999-09-23T04:05:21Z</dcterms:created>
  <dcterms:modified xsi:type="dcterms:W3CDTF">2023-09-22T09:34:35Z</dcterms:modified>
</cp:coreProperties>
</file>