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37"/>
  </p:notesMasterIdLst>
  <p:handoutMasterIdLst>
    <p:handoutMasterId r:id="rId38"/>
  </p:handoutMasterIdLst>
  <p:sldIdLst>
    <p:sldId id="1507" r:id="rId6"/>
    <p:sldId id="1514" r:id="rId7"/>
    <p:sldId id="1531" r:id="rId8"/>
    <p:sldId id="1512" r:id="rId9"/>
    <p:sldId id="1510" r:id="rId10"/>
    <p:sldId id="1539" r:id="rId11"/>
    <p:sldId id="1540" r:id="rId12"/>
    <p:sldId id="1529" r:id="rId13"/>
    <p:sldId id="1541" r:id="rId14"/>
    <p:sldId id="1519" r:id="rId15"/>
    <p:sldId id="1532" r:id="rId16"/>
    <p:sldId id="1533" r:id="rId17"/>
    <p:sldId id="1543" r:id="rId18"/>
    <p:sldId id="1520" r:id="rId19"/>
    <p:sldId id="1544" r:id="rId20"/>
    <p:sldId id="1535" r:id="rId21"/>
    <p:sldId id="1536" r:id="rId22"/>
    <p:sldId id="1545" r:id="rId23"/>
    <p:sldId id="1521" r:id="rId24"/>
    <p:sldId id="1522" r:id="rId25"/>
    <p:sldId id="1547" r:id="rId26"/>
    <p:sldId id="1546" r:id="rId27"/>
    <p:sldId id="1530" r:id="rId28"/>
    <p:sldId id="1526" r:id="rId29"/>
    <p:sldId id="1523" r:id="rId30"/>
    <p:sldId id="1524" r:id="rId31"/>
    <p:sldId id="1527" r:id="rId32"/>
    <p:sldId id="1528" r:id="rId33"/>
    <p:sldId id="1525" r:id="rId34"/>
    <p:sldId id="1537" r:id="rId35"/>
    <p:sldId id="1538" r:id="rId36"/>
  </p:sldIdLst>
  <p:sldSz cx="9144000" cy="6858000" type="screen4x3"/>
  <p:notesSz cx="7010400" cy="9296400"/>
  <p:custDataLst>
    <p:tags r:id="rId3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2748">
          <p15:clr>
            <a:srgbClr val="A4A3A4"/>
          </p15:clr>
        </p15:guide>
        <p15:guide id="3" pos="4627">
          <p15:clr>
            <a:srgbClr val="A4A3A4"/>
          </p15:clr>
        </p15:guide>
        <p15:guide id="4" pos="1452">
          <p15:clr>
            <a:srgbClr val="A4A3A4"/>
          </p15:clr>
        </p15:guide>
        <p15:guide id="5" pos="23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BBC9"/>
    <a:srgbClr val="D2E4B2"/>
    <a:srgbClr val="DDDDDD"/>
    <a:srgbClr val="FFCCFF"/>
    <a:srgbClr val="FFCCCC"/>
    <a:srgbClr val="423498"/>
    <a:srgbClr val="FFFF00"/>
    <a:srgbClr val="B4E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3" autoAdjust="0"/>
    <p:restoredTop sz="93076" autoAdjust="0"/>
  </p:normalViewPr>
  <p:slideViewPr>
    <p:cSldViewPr snapToGrid="0" snapToObjects="1">
      <p:cViewPr varScale="1">
        <p:scale>
          <a:sx n="73" d="100"/>
          <a:sy n="73" d="100"/>
        </p:scale>
        <p:origin x="1824" y="62"/>
      </p:cViewPr>
      <p:guideLst>
        <p:guide orient="horz" pos="192"/>
        <p:guide orient="horz" pos="2748"/>
        <p:guide pos="4627"/>
        <p:guide pos="1452"/>
        <p:guide pos="23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notesViewPr>
    <p:cSldViewPr snapToGrid="0" snapToObjects="1">
      <p:cViewPr varScale="1">
        <p:scale>
          <a:sx n="93" d="100"/>
          <a:sy n="93" d="100"/>
        </p:scale>
        <p:origin x="-2532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gs" Target="tags/tag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8162C2-234C-42B7-8DA4-B8CA6F9DA485}" type="doc">
      <dgm:prSet loTypeId="urn:microsoft.com/office/officeart/2005/8/layout/hProcess7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9A1D3C-9C98-43EA-9407-22D67530AC46}">
      <dgm:prSet phldrT="[Text]" custT="1"/>
      <dgm:spPr/>
      <dgm:t>
        <a:bodyPr/>
        <a:lstStyle/>
        <a:p>
          <a:r>
            <a:rPr lang="en-US" sz="1800" b="1" dirty="0"/>
            <a:t>Case Study</a:t>
          </a:r>
        </a:p>
      </dgm:t>
    </dgm:pt>
    <dgm:pt modelId="{41BAC6EB-6F9D-48E0-A0DB-B8CAFF8FDC33}" type="parTrans" cxnId="{82C83D0D-EB7D-4C11-9EA1-9CE524092435}">
      <dgm:prSet/>
      <dgm:spPr/>
      <dgm:t>
        <a:bodyPr/>
        <a:lstStyle/>
        <a:p>
          <a:endParaRPr lang="en-US"/>
        </a:p>
      </dgm:t>
    </dgm:pt>
    <dgm:pt modelId="{247A8CBE-FB9E-4F2B-AA08-41DC9E7216D5}" type="sibTrans" cxnId="{82C83D0D-EB7D-4C11-9EA1-9CE524092435}">
      <dgm:prSet/>
      <dgm:spPr/>
      <dgm:t>
        <a:bodyPr/>
        <a:lstStyle/>
        <a:p>
          <a:endParaRPr lang="en-US"/>
        </a:p>
      </dgm:t>
    </dgm:pt>
    <dgm:pt modelId="{F28CED68-F763-48AF-9A8E-4D0FF71DD162}">
      <dgm:prSet phldrT="[Text]" custT="1"/>
      <dgm:spPr/>
      <dgm:t>
        <a:bodyPr/>
        <a:lstStyle/>
        <a:p>
          <a:r>
            <a:rPr lang="en-US" sz="1800" dirty="0"/>
            <a:t>Private Sector</a:t>
          </a:r>
        </a:p>
      </dgm:t>
    </dgm:pt>
    <dgm:pt modelId="{25103A77-663C-4761-AFA4-CD7CAC41DE1E}" type="parTrans" cxnId="{4526C345-BF63-453F-BAB0-02CD5AD9A97A}">
      <dgm:prSet/>
      <dgm:spPr/>
      <dgm:t>
        <a:bodyPr/>
        <a:lstStyle/>
        <a:p>
          <a:endParaRPr lang="en-US"/>
        </a:p>
      </dgm:t>
    </dgm:pt>
    <dgm:pt modelId="{32F9726F-BCA6-4273-BE12-E5D94A4C17DA}" type="sibTrans" cxnId="{4526C345-BF63-453F-BAB0-02CD5AD9A97A}">
      <dgm:prSet/>
      <dgm:spPr/>
      <dgm:t>
        <a:bodyPr/>
        <a:lstStyle/>
        <a:p>
          <a:endParaRPr lang="en-US"/>
        </a:p>
      </dgm:t>
    </dgm:pt>
    <dgm:pt modelId="{C9C3795E-FC9F-4E8F-BB1C-89E03683E635}">
      <dgm:prSet phldrT="[Text]" custT="1"/>
      <dgm:spPr/>
      <dgm:t>
        <a:bodyPr/>
        <a:lstStyle/>
        <a:p>
          <a:r>
            <a:rPr lang="en-US" sz="1800" b="1" dirty="0"/>
            <a:t>Case Study</a:t>
          </a:r>
        </a:p>
      </dgm:t>
    </dgm:pt>
    <dgm:pt modelId="{4EECA68C-2C04-4DE8-B93E-89E0D93B9CCF}" type="parTrans" cxnId="{C4579168-9E11-4F98-A41B-7A0BE011B241}">
      <dgm:prSet/>
      <dgm:spPr/>
      <dgm:t>
        <a:bodyPr/>
        <a:lstStyle/>
        <a:p>
          <a:endParaRPr lang="en-US"/>
        </a:p>
      </dgm:t>
    </dgm:pt>
    <dgm:pt modelId="{96A40624-7F8A-4E29-8C95-CC3C91B6C124}" type="sibTrans" cxnId="{C4579168-9E11-4F98-A41B-7A0BE011B241}">
      <dgm:prSet/>
      <dgm:spPr/>
      <dgm:t>
        <a:bodyPr/>
        <a:lstStyle/>
        <a:p>
          <a:endParaRPr lang="en-US"/>
        </a:p>
      </dgm:t>
    </dgm:pt>
    <dgm:pt modelId="{26874770-AF23-47E6-B303-B9F60B4E1777}">
      <dgm:prSet phldrT="[Text]" custT="1"/>
      <dgm:spPr/>
      <dgm:t>
        <a:bodyPr/>
        <a:lstStyle/>
        <a:p>
          <a:r>
            <a:rPr lang="en-US" sz="1800" dirty="0"/>
            <a:t>Public Sector</a:t>
          </a:r>
        </a:p>
      </dgm:t>
    </dgm:pt>
    <dgm:pt modelId="{609B138D-746A-4C32-BD40-06F85AC4564C}" type="parTrans" cxnId="{202F3099-A1E0-4060-9360-6486AACA11E4}">
      <dgm:prSet/>
      <dgm:spPr/>
      <dgm:t>
        <a:bodyPr/>
        <a:lstStyle/>
        <a:p>
          <a:endParaRPr lang="en-US"/>
        </a:p>
      </dgm:t>
    </dgm:pt>
    <dgm:pt modelId="{F79F2020-741F-4645-BE92-F223402FC357}" type="sibTrans" cxnId="{202F3099-A1E0-4060-9360-6486AACA11E4}">
      <dgm:prSet/>
      <dgm:spPr/>
      <dgm:t>
        <a:bodyPr/>
        <a:lstStyle/>
        <a:p>
          <a:endParaRPr lang="en-US"/>
        </a:p>
      </dgm:t>
    </dgm:pt>
    <dgm:pt modelId="{8B8C5952-9458-41C9-9484-A9D5DAC9B229}">
      <dgm:prSet phldrT="[Text]" custT="1"/>
      <dgm:spPr/>
      <dgm:t>
        <a:bodyPr/>
        <a:lstStyle/>
        <a:p>
          <a:r>
            <a:rPr lang="en-US" sz="1800" b="1" dirty="0"/>
            <a:t>Case Study</a:t>
          </a:r>
        </a:p>
      </dgm:t>
    </dgm:pt>
    <dgm:pt modelId="{088D0198-A98B-4545-99ED-73D6CD1A0963}" type="parTrans" cxnId="{C8375681-755E-453A-982C-DD210DC8E25B}">
      <dgm:prSet/>
      <dgm:spPr/>
      <dgm:t>
        <a:bodyPr/>
        <a:lstStyle/>
        <a:p>
          <a:endParaRPr lang="en-US"/>
        </a:p>
      </dgm:t>
    </dgm:pt>
    <dgm:pt modelId="{6B06E91E-33C9-4F16-9747-75A033AB646B}" type="sibTrans" cxnId="{C8375681-755E-453A-982C-DD210DC8E25B}">
      <dgm:prSet/>
      <dgm:spPr/>
      <dgm:t>
        <a:bodyPr/>
        <a:lstStyle/>
        <a:p>
          <a:endParaRPr lang="en-US"/>
        </a:p>
      </dgm:t>
    </dgm:pt>
    <dgm:pt modelId="{09D5934B-62D3-49CA-B4F7-ADD18A1C336A}">
      <dgm:prSet phldrT="[Text]" custT="1"/>
      <dgm:spPr/>
      <dgm:t>
        <a:bodyPr/>
        <a:lstStyle/>
        <a:p>
          <a:r>
            <a:rPr lang="en-US" sz="1800" dirty="0"/>
            <a:t>Critical Infrastructure Protection</a:t>
          </a:r>
        </a:p>
      </dgm:t>
    </dgm:pt>
    <dgm:pt modelId="{F3C6D66C-5023-49BD-9B1C-D63B5D740D48}" type="parTrans" cxnId="{8CDBD069-9A2B-400A-9F31-0C086AC8A90F}">
      <dgm:prSet/>
      <dgm:spPr/>
      <dgm:t>
        <a:bodyPr/>
        <a:lstStyle/>
        <a:p>
          <a:endParaRPr lang="en-US"/>
        </a:p>
      </dgm:t>
    </dgm:pt>
    <dgm:pt modelId="{9C18BB54-4B11-48D8-B27A-11B7B7BC1B53}" type="sibTrans" cxnId="{8CDBD069-9A2B-400A-9F31-0C086AC8A90F}">
      <dgm:prSet/>
      <dgm:spPr/>
      <dgm:t>
        <a:bodyPr/>
        <a:lstStyle/>
        <a:p>
          <a:endParaRPr lang="en-US"/>
        </a:p>
      </dgm:t>
    </dgm:pt>
    <dgm:pt modelId="{8C6CE386-6DE6-417D-BF72-624E2956357C}">
      <dgm:prSet custT="1"/>
      <dgm:spPr/>
      <dgm:t>
        <a:bodyPr/>
        <a:lstStyle/>
        <a:p>
          <a:r>
            <a:rPr lang="en-US" sz="1800" dirty="0"/>
            <a:t>HealthCare w/7000 devices</a:t>
          </a:r>
        </a:p>
      </dgm:t>
    </dgm:pt>
    <dgm:pt modelId="{30119833-EA33-4626-BA1F-F1BCEACCB366}" type="parTrans" cxnId="{B2BE5DE7-D4F2-40BD-9D96-9419DC4DF5B0}">
      <dgm:prSet/>
      <dgm:spPr/>
      <dgm:t>
        <a:bodyPr/>
        <a:lstStyle/>
        <a:p>
          <a:endParaRPr lang="en-US"/>
        </a:p>
      </dgm:t>
    </dgm:pt>
    <dgm:pt modelId="{1DF64C2D-B93A-48F8-A26F-BBC17251606D}" type="sibTrans" cxnId="{B2BE5DE7-D4F2-40BD-9D96-9419DC4DF5B0}">
      <dgm:prSet/>
      <dgm:spPr/>
      <dgm:t>
        <a:bodyPr/>
        <a:lstStyle/>
        <a:p>
          <a:endParaRPr lang="en-US"/>
        </a:p>
      </dgm:t>
    </dgm:pt>
    <dgm:pt modelId="{4BE8BBBA-CBFE-49E3-AA63-F8B0089B1035}">
      <dgm:prSet custT="1"/>
      <dgm:spPr/>
      <dgm:t>
        <a:bodyPr/>
        <a:lstStyle/>
        <a:p>
          <a:r>
            <a:rPr lang="en-US" sz="1800" dirty="0"/>
            <a:t>Incomplete Inventory</a:t>
          </a:r>
        </a:p>
      </dgm:t>
    </dgm:pt>
    <dgm:pt modelId="{93C1A93E-8B51-40B8-A9F2-88AF54E07FB3}" type="parTrans" cxnId="{C9AA4929-DD51-4922-AEAA-DB5CA67D8798}">
      <dgm:prSet/>
      <dgm:spPr/>
      <dgm:t>
        <a:bodyPr/>
        <a:lstStyle/>
        <a:p>
          <a:endParaRPr lang="en-US"/>
        </a:p>
      </dgm:t>
    </dgm:pt>
    <dgm:pt modelId="{62CB23E4-A78F-402A-A980-31CD948DEA86}" type="sibTrans" cxnId="{C9AA4929-DD51-4922-AEAA-DB5CA67D8798}">
      <dgm:prSet/>
      <dgm:spPr/>
      <dgm:t>
        <a:bodyPr/>
        <a:lstStyle/>
        <a:p>
          <a:endParaRPr lang="en-US"/>
        </a:p>
      </dgm:t>
    </dgm:pt>
    <dgm:pt modelId="{6F2205CC-A18E-4B4C-8CF9-32311B60F057}">
      <dgm:prSet custT="1"/>
      <dgm:spPr/>
      <dgm:t>
        <a:bodyPr/>
        <a:lstStyle/>
        <a:p>
          <a:r>
            <a:rPr lang="en-US" sz="1800" dirty="0"/>
            <a:t>No easy way to classify assets</a:t>
          </a:r>
        </a:p>
      </dgm:t>
    </dgm:pt>
    <dgm:pt modelId="{8FC63144-AA99-4C6E-BCCA-78E46CD27F0C}" type="parTrans" cxnId="{93212B9C-2453-4D92-A9B5-13B463C6EF14}">
      <dgm:prSet/>
      <dgm:spPr/>
      <dgm:t>
        <a:bodyPr/>
        <a:lstStyle/>
        <a:p>
          <a:endParaRPr lang="en-US"/>
        </a:p>
      </dgm:t>
    </dgm:pt>
    <dgm:pt modelId="{ABB0BBF6-6FE4-4938-84A6-7C4D12BDAF83}" type="sibTrans" cxnId="{93212B9C-2453-4D92-A9B5-13B463C6EF14}">
      <dgm:prSet/>
      <dgm:spPr/>
      <dgm:t>
        <a:bodyPr/>
        <a:lstStyle/>
        <a:p>
          <a:endParaRPr lang="en-US"/>
        </a:p>
      </dgm:t>
    </dgm:pt>
    <dgm:pt modelId="{BEDE03D3-35B9-42F8-9EC0-036722ACAE64}">
      <dgm:prSet custT="1"/>
      <dgm:spPr/>
      <dgm:t>
        <a:bodyPr/>
        <a:lstStyle/>
        <a:p>
          <a:r>
            <a:rPr lang="en-US" sz="1800" dirty="0"/>
            <a:t>Health Insurance Portability and Accountability Act (HIPPA)</a:t>
          </a:r>
        </a:p>
      </dgm:t>
    </dgm:pt>
    <dgm:pt modelId="{E01C0FA2-1A8F-43B1-B908-9E269AA59D81}" type="parTrans" cxnId="{E218CFEF-DA23-47FA-8CE9-1C8D863B3B24}">
      <dgm:prSet/>
      <dgm:spPr/>
      <dgm:t>
        <a:bodyPr/>
        <a:lstStyle/>
        <a:p>
          <a:endParaRPr lang="en-US"/>
        </a:p>
      </dgm:t>
    </dgm:pt>
    <dgm:pt modelId="{27096F1B-9D2C-471D-B74B-239ECEC5FB08}" type="sibTrans" cxnId="{E218CFEF-DA23-47FA-8CE9-1C8D863B3B24}">
      <dgm:prSet/>
      <dgm:spPr/>
      <dgm:t>
        <a:bodyPr/>
        <a:lstStyle/>
        <a:p>
          <a:endParaRPr lang="en-US"/>
        </a:p>
      </dgm:t>
    </dgm:pt>
    <dgm:pt modelId="{B09F70F0-B9EA-4E43-99A2-F5AA0D5A89BA}">
      <dgm:prSet custT="1"/>
      <dgm:spPr/>
      <dgm:t>
        <a:bodyPr/>
        <a:lstStyle/>
        <a:p>
          <a:r>
            <a:rPr lang="en-US" sz="1800" dirty="0"/>
            <a:t>Used NIST SP 800-53 to establish the framework</a:t>
          </a:r>
        </a:p>
      </dgm:t>
    </dgm:pt>
    <dgm:pt modelId="{D7F7F83A-CDF8-4633-A7BB-7CB4EF92271E}" type="parTrans" cxnId="{C51EA49E-274E-4C4A-B7D4-7AE15DD0AFED}">
      <dgm:prSet/>
      <dgm:spPr/>
      <dgm:t>
        <a:bodyPr/>
        <a:lstStyle/>
        <a:p>
          <a:endParaRPr lang="en-US"/>
        </a:p>
      </dgm:t>
    </dgm:pt>
    <dgm:pt modelId="{00295432-3B5A-44B5-93F5-7C619C2459C8}" type="sibTrans" cxnId="{C51EA49E-274E-4C4A-B7D4-7AE15DD0AFED}">
      <dgm:prSet/>
      <dgm:spPr/>
      <dgm:t>
        <a:bodyPr/>
        <a:lstStyle/>
        <a:p>
          <a:endParaRPr lang="en-US"/>
        </a:p>
      </dgm:t>
    </dgm:pt>
    <dgm:pt modelId="{49C45E96-903B-4435-806E-E7FE06DAE5E5}">
      <dgm:prSet custT="1"/>
      <dgm:spPr/>
      <dgm:t>
        <a:bodyPr/>
        <a:lstStyle/>
        <a:p>
          <a:r>
            <a:rPr lang="en-US" sz="1800" dirty="0"/>
            <a:t>State of Tennessee</a:t>
          </a:r>
        </a:p>
      </dgm:t>
    </dgm:pt>
    <dgm:pt modelId="{6C2282BA-0B7E-4807-89E4-6993D9105458}" type="parTrans" cxnId="{1A480C13-0074-4F83-9C19-D68E6767A1E5}">
      <dgm:prSet/>
      <dgm:spPr/>
      <dgm:t>
        <a:bodyPr/>
        <a:lstStyle/>
        <a:p>
          <a:endParaRPr lang="en-US"/>
        </a:p>
      </dgm:t>
    </dgm:pt>
    <dgm:pt modelId="{71592BC4-071C-4608-A135-5DF01FC0C881}" type="sibTrans" cxnId="{1A480C13-0074-4F83-9C19-D68E6767A1E5}">
      <dgm:prSet/>
      <dgm:spPr/>
      <dgm:t>
        <a:bodyPr/>
        <a:lstStyle/>
        <a:p>
          <a:endParaRPr lang="en-US"/>
        </a:p>
      </dgm:t>
    </dgm:pt>
    <dgm:pt modelId="{B2794AA0-34E9-4471-A491-64459C5D9AA6}">
      <dgm:prSet custT="1"/>
      <dgm:spPr/>
      <dgm:t>
        <a:bodyPr/>
        <a:lstStyle/>
        <a:p>
          <a:endParaRPr lang="en-US" sz="1800" dirty="0"/>
        </a:p>
      </dgm:t>
    </dgm:pt>
    <dgm:pt modelId="{AC07DDD2-384D-40CE-BB2C-E162F8C712BC}" type="parTrans" cxnId="{19C67D3D-CE0A-4660-8E6E-F9B4E49C467E}">
      <dgm:prSet/>
      <dgm:spPr/>
      <dgm:t>
        <a:bodyPr/>
        <a:lstStyle/>
        <a:p>
          <a:endParaRPr lang="en-US"/>
        </a:p>
      </dgm:t>
    </dgm:pt>
    <dgm:pt modelId="{7A34A692-7D8B-4DDC-96B1-32133A5D2E2E}" type="sibTrans" cxnId="{19C67D3D-CE0A-4660-8E6E-F9B4E49C467E}">
      <dgm:prSet/>
      <dgm:spPr/>
      <dgm:t>
        <a:bodyPr/>
        <a:lstStyle/>
        <a:p>
          <a:endParaRPr lang="en-US"/>
        </a:p>
      </dgm:t>
    </dgm:pt>
    <dgm:pt modelId="{01D4CAF7-024A-417C-BCA7-03D0C15C9822}">
      <dgm:prSet custT="1"/>
      <dgm:spPr/>
      <dgm:t>
        <a:bodyPr/>
        <a:lstStyle/>
        <a:p>
          <a:r>
            <a:rPr lang="en-US" sz="1800" dirty="0"/>
            <a:t>Used ISO/IEC 17799 (27002)</a:t>
          </a:r>
        </a:p>
      </dgm:t>
    </dgm:pt>
    <dgm:pt modelId="{14DBBBC0-2681-4950-99FF-36B6625007FC}" type="parTrans" cxnId="{E64F292E-5EA8-44C9-97A2-FD0AA1554DA5}">
      <dgm:prSet/>
      <dgm:spPr/>
      <dgm:t>
        <a:bodyPr/>
        <a:lstStyle/>
        <a:p>
          <a:endParaRPr lang="en-US"/>
        </a:p>
      </dgm:t>
    </dgm:pt>
    <dgm:pt modelId="{CB426ED9-6F43-485D-92FE-AFED2650E89F}" type="sibTrans" cxnId="{E64F292E-5EA8-44C9-97A2-FD0AA1554DA5}">
      <dgm:prSet/>
      <dgm:spPr/>
      <dgm:t>
        <a:bodyPr/>
        <a:lstStyle/>
        <a:p>
          <a:endParaRPr lang="en-US"/>
        </a:p>
      </dgm:t>
    </dgm:pt>
    <dgm:pt modelId="{3A9432A3-621F-43EF-91F4-45FD668F9F74}">
      <dgm:prSet custT="1"/>
      <dgm:spPr/>
      <dgm:t>
        <a:bodyPr/>
        <a:lstStyle/>
        <a:p>
          <a:r>
            <a:rPr lang="en-US" sz="1800" dirty="0"/>
            <a:t>Policies and frameworks covered all information asset owned, leased,  or controlled by the State of Tennessee</a:t>
          </a:r>
        </a:p>
      </dgm:t>
    </dgm:pt>
    <dgm:pt modelId="{005A736F-5111-4D4E-9335-E00EC213D99F}" type="parTrans" cxnId="{C284E0DF-5CB0-460F-99CB-C770697AB6F1}">
      <dgm:prSet/>
      <dgm:spPr/>
      <dgm:t>
        <a:bodyPr/>
        <a:lstStyle/>
        <a:p>
          <a:endParaRPr lang="en-US"/>
        </a:p>
      </dgm:t>
    </dgm:pt>
    <dgm:pt modelId="{D092C425-02D2-4322-82B7-9A296739189E}" type="sibTrans" cxnId="{C284E0DF-5CB0-460F-99CB-C770697AB6F1}">
      <dgm:prSet/>
      <dgm:spPr/>
      <dgm:t>
        <a:bodyPr/>
        <a:lstStyle/>
        <a:p>
          <a:endParaRPr lang="en-US"/>
        </a:p>
      </dgm:t>
    </dgm:pt>
    <dgm:pt modelId="{909C1663-E392-4EC3-8E3F-82CAABCE1A15}">
      <dgm:prSet custT="1"/>
      <dgm:spPr/>
      <dgm:t>
        <a:bodyPr/>
        <a:lstStyle/>
        <a:p>
          <a:r>
            <a:rPr lang="en-US" sz="1800" dirty="0"/>
            <a:t>Verizon Inc.</a:t>
          </a:r>
        </a:p>
      </dgm:t>
    </dgm:pt>
    <dgm:pt modelId="{4F541F63-DBE3-4081-9F0D-8E49ABA6522C}" type="parTrans" cxnId="{441F5ACE-BF47-482B-A05F-D22D6301C13F}">
      <dgm:prSet/>
      <dgm:spPr/>
      <dgm:t>
        <a:bodyPr/>
        <a:lstStyle/>
        <a:p>
          <a:endParaRPr lang="en-US"/>
        </a:p>
      </dgm:t>
    </dgm:pt>
    <dgm:pt modelId="{AF165045-2131-40F8-9225-0614925C463C}" type="sibTrans" cxnId="{441F5ACE-BF47-482B-A05F-D22D6301C13F}">
      <dgm:prSet/>
      <dgm:spPr/>
      <dgm:t>
        <a:bodyPr/>
        <a:lstStyle/>
        <a:p>
          <a:endParaRPr lang="en-US"/>
        </a:p>
      </dgm:t>
    </dgm:pt>
    <dgm:pt modelId="{5D561B7D-953F-4E2F-8F60-9D8CA769BBCA}">
      <dgm:prSet custT="1"/>
      <dgm:spPr/>
      <dgm:t>
        <a:bodyPr/>
        <a:lstStyle/>
        <a:p>
          <a:r>
            <a:rPr lang="en-US" sz="1800" dirty="0"/>
            <a:t>The network stopped working and the financial markets stopped operating as well</a:t>
          </a:r>
        </a:p>
      </dgm:t>
    </dgm:pt>
    <dgm:pt modelId="{B3A39AD4-1C40-4CA5-A8A0-FC50F4CAA652}" type="parTrans" cxnId="{EF603F20-78FF-4DF5-B236-2D3E4139ACAE}">
      <dgm:prSet/>
      <dgm:spPr/>
      <dgm:t>
        <a:bodyPr/>
        <a:lstStyle/>
        <a:p>
          <a:endParaRPr lang="en-US"/>
        </a:p>
      </dgm:t>
    </dgm:pt>
    <dgm:pt modelId="{F36FBCC0-EAFA-4179-8E02-1A3996719295}" type="sibTrans" cxnId="{EF603F20-78FF-4DF5-B236-2D3E4139ACAE}">
      <dgm:prSet/>
      <dgm:spPr/>
      <dgm:t>
        <a:bodyPr/>
        <a:lstStyle/>
        <a:p>
          <a:endParaRPr lang="en-US"/>
        </a:p>
      </dgm:t>
    </dgm:pt>
    <dgm:pt modelId="{BDD70C21-6262-4FE1-98F3-8A1629B81D05}">
      <dgm:prSet custT="1"/>
      <dgm:spPr/>
      <dgm:t>
        <a:bodyPr/>
        <a:lstStyle/>
        <a:p>
          <a:r>
            <a:rPr lang="en-US" sz="1800" dirty="0"/>
            <a:t>85% of network was privately held</a:t>
          </a:r>
        </a:p>
      </dgm:t>
    </dgm:pt>
    <dgm:pt modelId="{840C1EBD-B55E-45A0-87B3-3BE50EA79F1F}" type="parTrans" cxnId="{EB467010-7657-404B-B02D-0ED1F71BA534}">
      <dgm:prSet/>
      <dgm:spPr/>
      <dgm:t>
        <a:bodyPr/>
        <a:lstStyle/>
        <a:p>
          <a:endParaRPr lang="en-US"/>
        </a:p>
      </dgm:t>
    </dgm:pt>
    <dgm:pt modelId="{6972B162-BBC5-4375-9925-2406FEE5E7A4}" type="sibTrans" cxnId="{EB467010-7657-404B-B02D-0ED1F71BA534}">
      <dgm:prSet/>
      <dgm:spPr/>
      <dgm:t>
        <a:bodyPr/>
        <a:lstStyle/>
        <a:p>
          <a:endParaRPr lang="en-US"/>
        </a:p>
      </dgm:t>
    </dgm:pt>
    <dgm:pt modelId="{639A9FE6-9941-44A7-A356-C67119D9BB12}">
      <dgm:prSet custT="1"/>
      <dgm:spPr/>
      <dgm:t>
        <a:bodyPr/>
        <a:lstStyle/>
        <a:p>
          <a:r>
            <a:rPr lang="en-US" sz="1800" dirty="0"/>
            <a:t>Used National Infrastructure Protection Plan (NIPP) framework </a:t>
          </a:r>
        </a:p>
      </dgm:t>
    </dgm:pt>
    <dgm:pt modelId="{038E375C-1374-45FC-AB65-03FAAD036937}" type="parTrans" cxnId="{30B2B5E7-7A15-4D9D-A708-E5C5785AF241}">
      <dgm:prSet/>
      <dgm:spPr/>
      <dgm:t>
        <a:bodyPr/>
        <a:lstStyle/>
        <a:p>
          <a:endParaRPr lang="en-US"/>
        </a:p>
      </dgm:t>
    </dgm:pt>
    <dgm:pt modelId="{6665B412-5CFC-4D3D-8563-0B56BFB26528}" type="sibTrans" cxnId="{30B2B5E7-7A15-4D9D-A708-E5C5785AF241}">
      <dgm:prSet/>
      <dgm:spPr/>
      <dgm:t>
        <a:bodyPr/>
        <a:lstStyle/>
        <a:p>
          <a:endParaRPr lang="en-US"/>
        </a:p>
      </dgm:t>
    </dgm:pt>
    <dgm:pt modelId="{D7759FB2-E07C-49F1-8F02-38FC3B8CCAC7}" type="pres">
      <dgm:prSet presAssocID="{D38162C2-234C-42B7-8DA4-B8CA6F9DA485}" presName="Name0" presStyleCnt="0">
        <dgm:presLayoutVars>
          <dgm:dir/>
          <dgm:animLvl val="lvl"/>
          <dgm:resizeHandles val="exact"/>
        </dgm:presLayoutVars>
      </dgm:prSet>
      <dgm:spPr/>
    </dgm:pt>
    <dgm:pt modelId="{BC27DACD-598C-447D-A4A3-898593DFD74F}" type="pres">
      <dgm:prSet presAssocID="{309A1D3C-9C98-43EA-9407-22D67530AC46}" presName="compositeNode" presStyleCnt="0">
        <dgm:presLayoutVars>
          <dgm:bulletEnabled val="1"/>
        </dgm:presLayoutVars>
      </dgm:prSet>
      <dgm:spPr/>
    </dgm:pt>
    <dgm:pt modelId="{3E53D8B7-3948-4453-8B5B-B47C64175BB1}" type="pres">
      <dgm:prSet presAssocID="{309A1D3C-9C98-43EA-9407-22D67530AC46}" presName="bgRect" presStyleLbl="node1" presStyleIdx="0" presStyleCnt="3" custScaleY="128187"/>
      <dgm:spPr/>
    </dgm:pt>
    <dgm:pt modelId="{30C73247-83E8-4590-B636-716443E9B26D}" type="pres">
      <dgm:prSet presAssocID="{309A1D3C-9C98-43EA-9407-22D67530AC46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7667D10D-4F0D-449D-A492-4F2BD1256D10}" type="pres">
      <dgm:prSet presAssocID="{309A1D3C-9C98-43EA-9407-22D67530AC46}" presName="childNode" presStyleLbl="node1" presStyleIdx="0" presStyleCnt="3">
        <dgm:presLayoutVars>
          <dgm:bulletEnabled val="1"/>
        </dgm:presLayoutVars>
      </dgm:prSet>
      <dgm:spPr/>
    </dgm:pt>
    <dgm:pt modelId="{1B22A483-57E3-4197-A937-B8A6478926C1}" type="pres">
      <dgm:prSet presAssocID="{247A8CBE-FB9E-4F2B-AA08-41DC9E7216D5}" presName="hSp" presStyleCnt="0"/>
      <dgm:spPr/>
    </dgm:pt>
    <dgm:pt modelId="{E0FCD925-C7F1-42B9-B3C8-5587F5ACC652}" type="pres">
      <dgm:prSet presAssocID="{247A8CBE-FB9E-4F2B-AA08-41DC9E7216D5}" presName="vProcSp" presStyleCnt="0"/>
      <dgm:spPr/>
    </dgm:pt>
    <dgm:pt modelId="{214D3E67-4EAB-492F-96C7-F51B237A873A}" type="pres">
      <dgm:prSet presAssocID="{247A8CBE-FB9E-4F2B-AA08-41DC9E7216D5}" presName="vSp1" presStyleCnt="0"/>
      <dgm:spPr/>
    </dgm:pt>
    <dgm:pt modelId="{3D133B63-02F8-4A93-9FCE-1AD18FE0D7D1}" type="pres">
      <dgm:prSet presAssocID="{247A8CBE-FB9E-4F2B-AA08-41DC9E7216D5}" presName="simulatedConn" presStyleLbl="solidFgAcc1" presStyleIdx="0" presStyleCnt="2"/>
      <dgm:spPr/>
    </dgm:pt>
    <dgm:pt modelId="{92E8EBE8-6FFD-46B6-A774-02C5AF7EA3B5}" type="pres">
      <dgm:prSet presAssocID="{247A8CBE-FB9E-4F2B-AA08-41DC9E7216D5}" presName="vSp2" presStyleCnt="0"/>
      <dgm:spPr/>
    </dgm:pt>
    <dgm:pt modelId="{9C6672B3-2B0D-494A-8878-894F1073561C}" type="pres">
      <dgm:prSet presAssocID="{247A8CBE-FB9E-4F2B-AA08-41DC9E7216D5}" presName="sibTrans" presStyleCnt="0"/>
      <dgm:spPr/>
    </dgm:pt>
    <dgm:pt modelId="{7C67CC01-7D88-46E6-A542-C132B028B7E9}" type="pres">
      <dgm:prSet presAssocID="{C9C3795E-FC9F-4E8F-BB1C-89E03683E635}" presName="compositeNode" presStyleCnt="0">
        <dgm:presLayoutVars>
          <dgm:bulletEnabled val="1"/>
        </dgm:presLayoutVars>
      </dgm:prSet>
      <dgm:spPr/>
    </dgm:pt>
    <dgm:pt modelId="{6CDD79FC-E413-4414-B52E-41912DC5A1E2}" type="pres">
      <dgm:prSet presAssocID="{C9C3795E-FC9F-4E8F-BB1C-89E03683E635}" presName="bgRect" presStyleLbl="node1" presStyleIdx="1" presStyleCnt="3" custScaleY="128187"/>
      <dgm:spPr/>
    </dgm:pt>
    <dgm:pt modelId="{0AB7D569-9195-40CE-9C84-CA6B55011ED0}" type="pres">
      <dgm:prSet presAssocID="{C9C3795E-FC9F-4E8F-BB1C-89E03683E635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C8AA8C26-9FCB-4D63-9D22-B4EC951A2621}" type="pres">
      <dgm:prSet presAssocID="{C9C3795E-FC9F-4E8F-BB1C-89E03683E635}" presName="childNode" presStyleLbl="node1" presStyleIdx="1" presStyleCnt="3">
        <dgm:presLayoutVars>
          <dgm:bulletEnabled val="1"/>
        </dgm:presLayoutVars>
      </dgm:prSet>
      <dgm:spPr/>
    </dgm:pt>
    <dgm:pt modelId="{BEAE93E3-9523-4EA1-87D4-8062D8474A78}" type="pres">
      <dgm:prSet presAssocID="{96A40624-7F8A-4E29-8C95-CC3C91B6C124}" presName="hSp" presStyleCnt="0"/>
      <dgm:spPr/>
    </dgm:pt>
    <dgm:pt modelId="{8BCBA516-2D44-4137-84DC-115F57BD1C9A}" type="pres">
      <dgm:prSet presAssocID="{96A40624-7F8A-4E29-8C95-CC3C91B6C124}" presName="vProcSp" presStyleCnt="0"/>
      <dgm:spPr/>
    </dgm:pt>
    <dgm:pt modelId="{7F59E227-4FCD-47FC-8511-77CFA4FBA038}" type="pres">
      <dgm:prSet presAssocID="{96A40624-7F8A-4E29-8C95-CC3C91B6C124}" presName="vSp1" presStyleCnt="0"/>
      <dgm:spPr/>
    </dgm:pt>
    <dgm:pt modelId="{C16954F9-681F-48CE-9E7C-53EF579B0E6E}" type="pres">
      <dgm:prSet presAssocID="{96A40624-7F8A-4E29-8C95-CC3C91B6C124}" presName="simulatedConn" presStyleLbl="solidFgAcc1" presStyleIdx="1" presStyleCnt="2"/>
      <dgm:spPr/>
    </dgm:pt>
    <dgm:pt modelId="{24F0B833-4716-4C44-8BED-41CD3A09CFB8}" type="pres">
      <dgm:prSet presAssocID="{96A40624-7F8A-4E29-8C95-CC3C91B6C124}" presName="vSp2" presStyleCnt="0"/>
      <dgm:spPr/>
    </dgm:pt>
    <dgm:pt modelId="{8FF1EFEB-0B96-4C4D-A421-D93F35272D95}" type="pres">
      <dgm:prSet presAssocID="{96A40624-7F8A-4E29-8C95-CC3C91B6C124}" presName="sibTrans" presStyleCnt="0"/>
      <dgm:spPr/>
    </dgm:pt>
    <dgm:pt modelId="{B08F1E9A-E5CE-4927-83EA-F6C7F49CB736}" type="pres">
      <dgm:prSet presAssocID="{8B8C5952-9458-41C9-9484-A9D5DAC9B229}" presName="compositeNode" presStyleCnt="0">
        <dgm:presLayoutVars>
          <dgm:bulletEnabled val="1"/>
        </dgm:presLayoutVars>
      </dgm:prSet>
      <dgm:spPr/>
    </dgm:pt>
    <dgm:pt modelId="{3A663481-A3FF-412B-99AF-C549189A0616}" type="pres">
      <dgm:prSet presAssocID="{8B8C5952-9458-41C9-9484-A9D5DAC9B229}" presName="bgRect" presStyleLbl="node1" presStyleIdx="2" presStyleCnt="3" custScaleY="127406"/>
      <dgm:spPr/>
    </dgm:pt>
    <dgm:pt modelId="{9BA66DBA-0091-4214-AC2B-693178512D25}" type="pres">
      <dgm:prSet presAssocID="{8B8C5952-9458-41C9-9484-A9D5DAC9B229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A638DD31-8D41-45A0-8D56-D36DF20671C7}" type="pres">
      <dgm:prSet presAssocID="{8B8C5952-9458-41C9-9484-A9D5DAC9B229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2CF5FA07-D9C1-47CF-ACCF-01E7BC2A9AEC}" type="presOf" srcId="{01D4CAF7-024A-417C-BCA7-03D0C15C9822}" destId="{C8AA8C26-9FCB-4D63-9D22-B4EC951A2621}" srcOrd="0" destOrd="2" presId="urn:microsoft.com/office/officeart/2005/8/layout/hProcess7#1"/>
    <dgm:cxn modelId="{82C83D0D-EB7D-4C11-9EA1-9CE524092435}" srcId="{D38162C2-234C-42B7-8DA4-B8CA6F9DA485}" destId="{309A1D3C-9C98-43EA-9407-22D67530AC46}" srcOrd="0" destOrd="0" parTransId="{41BAC6EB-6F9D-48E0-A0DB-B8CAFF8FDC33}" sibTransId="{247A8CBE-FB9E-4F2B-AA08-41DC9E7216D5}"/>
    <dgm:cxn modelId="{EB467010-7657-404B-B02D-0ED1F71BA534}" srcId="{09D5934B-62D3-49CA-B4F7-ADD18A1C336A}" destId="{BDD70C21-6262-4FE1-98F3-8A1629B81D05}" srcOrd="2" destOrd="0" parTransId="{840C1EBD-B55E-45A0-87B3-3BE50EA79F1F}" sibTransId="{6972B162-BBC5-4375-9925-2406FEE5E7A4}"/>
    <dgm:cxn modelId="{1A480C13-0074-4F83-9C19-D68E6767A1E5}" srcId="{26874770-AF23-47E6-B303-B9F60B4E1777}" destId="{49C45E96-903B-4435-806E-E7FE06DAE5E5}" srcOrd="0" destOrd="0" parTransId="{6C2282BA-0B7E-4807-89E4-6993D9105458}" sibTransId="{71592BC4-071C-4608-A135-5DF01FC0C881}"/>
    <dgm:cxn modelId="{15DFBF15-0A12-4680-AE25-23C8FF5D7431}" type="presOf" srcId="{8B8C5952-9458-41C9-9484-A9D5DAC9B229}" destId="{9BA66DBA-0091-4214-AC2B-693178512D25}" srcOrd="1" destOrd="0" presId="urn:microsoft.com/office/officeart/2005/8/layout/hProcess7#1"/>
    <dgm:cxn modelId="{5557BB1A-88E5-49D6-8147-12747353BA83}" type="presOf" srcId="{8C6CE386-6DE6-417D-BF72-624E2956357C}" destId="{7667D10D-4F0D-449D-A492-4F2BD1256D10}" srcOrd="0" destOrd="1" presId="urn:microsoft.com/office/officeart/2005/8/layout/hProcess7#1"/>
    <dgm:cxn modelId="{D73D5F1F-D3CC-489C-A4DB-8DED119400DA}" type="presOf" srcId="{09D5934B-62D3-49CA-B4F7-ADD18A1C336A}" destId="{A638DD31-8D41-45A0-8D56-D36DF20671C7}" srcOrd="0" destOrd="0" presId="urn:microsoft.com/office/officeart/2005/8/layout/hProcess7#1"/>
    <dgm:cxn modelId="{EF603F20-78FF-4DF5-B236-2D3E4139ACAE}" srcId="{09D5934B-62D3-49CA-B4F7-ADD18A1C336A}" destId="{5D561B7D-953F-4E2F-8F60-9D8CA769BBCA}" srcOrd="1" destOrd="0" parTransId="{B3A39AD4-1C40-4CA5-A8A0-FC50F4CAA652}" sibTransId="{F36FBCC0-EAFA-4179-8E02-1A3996719295}"/>
    <dgm:cxn modelId="{C9AA4929-DD51-4922-AEAA-DB5CA67D8798}" srcId="{F28CED68-F763-48AF-9A8E-4D0FF71DD162}" destId="{4BE8BBBA-CBFE-49E3-AA63-F8B0089B1035}" srcOrd="1" destOrd="0" parTransId="{93C1A93E-8B51-40B8-A9F2-88AF54E07FB3}" sibTransId="{62CB23E4-A78F-402A-A980-31CD948DEA86}"/>
    <dgm:cxn modelId="{E64F292E-5EA8-44C9-97A2-FD0AA1554DA5}" srcId="{26874770-AF23-47E6-B303-B9F60B4E1777}" destId="{01D4CAF7-024A-417C-BCA7-03D0C15C9822}" srcOrd="1" destOrd="0" parTransId="{14DBBBC0-2681-4950-99FF-36B6625007FC}" sibTransId="{CB426ED9-6F43-485D-92FE-AFED2650E89F}"/>
    <dgm:cxn modelId="{A7FF6A30-A29A-4047-B74B-07EF95C4733B}" type="presOf" srcId="{C9C3795E-FC9F-4E8F-BB1C-89E03683E635}" destId="{6CDD79FC-E413-4414-B52E-41912DC5A1E2}" srcOrd="0" destOrd="0" presId="urn:microsoft.com/office/officeart/2005/8/layout/hProcess7#1"/>
    <dgm:cxn modelId="{0D858F31-4C36-4943-AE61-0DACE9E556B8}" type="presOf" srcId="{309A1D3C-9C98-43EA-9407-22D67530AC46}" destId="{30C73247-83E8-4590-B636-716443E9B26D}" srcOrd="1" destOrd="0" presId="urn:microsoft.com/office/officeart/2005/8/layout/hProcess7#1"/>
    <dgm:cxn modelId="{2F75B337-208A-4B6F-A99C-245E6F62E804}" type="presOf" srcId="{8B8C5952-9458-41C9-9484-A9D5DAC9B229}" destId="{3A663481-A3FF-412B-99AF-C549189A0616}" srcOrd="0" destOrd="0" presId="urn:microsoft.com/office/officeart/2005/8/layout/hProcess7#1"/>
    <dgm:cxn modelId="{522A703A-8D7F-4917-8F5C-C7BAAAEFCB08}" type="presOf" srcId="{639A9FE6-9941-44A7-A356-C67119D9BB12}" destId="{A638DD31-8D41-45A0-8D56-D36DF20671C7}" srcOrd="0" destOrd="4" presId="urn:microsoft.com/office/officeart/2005/8/layout/hProcess7#1"/>
    <dgm:cxn modelId="{19C67D3D-CE0A-4660-8E6E-F9B4E49C467E}" srcId="{C9C3795E-FC9F-4E8F-BB1C-89E03683E635}" destId="{B2794AA0-34E9-4471-A491-64459C5D9AA6}" srcOrd="1" destOrd="0" parTransId="{AC07DDD2-384D-40CE-BB2C-E162F8C712BC}" sibTransId="{7A34A692-7D8B-4DDC-96B1-32133A5D2E2E}"/>
    <dgm:cxn modelId="{0635C540-4558-44F4-BA3F-BDC5644D66FF}" type="presOf" srcId="{C9C3795E-FC9F-4E8F-BB1C-89E03683E635}" destId="{0AB7D569-9195-40CE-9C84-CA6B55011ED0}" srcOrd="1" destOrd="0" presId="urn:microsoft.com/office/officeart/2005/8/layout/hProcess7#1"/>
    <dgm:cxn modelId="{7CAD995F-F70A-4FC7-926C-DE056E180EF3}" type="presOf" srcId="{5D561B7D-953F-4E2F-8F60-9D8CA769BBCA}" destId="{A638DD31-8D41-45A0-8D56-D36DF20671C7}" srcOrd="0" destOrd="2" presId="urn:microsoft.com/office/officeart/2005/8/layout/hProcess7#1"/>
    <dgm:cxn modelId="{4526C345-BF63-453F-BAB0-02CD5AD9A97A}" srcId="{309A1D3C-9C98-43EA-9407-22D67530AC46}" destId="{F28CED68-F763-48AF-9A8E-4D0FF71DD162}" srcOrd="0" destOrd="0" parTransId="{25103A77-663C-4761-AFA4-CD7CAC41DE1E}" sibTransId="{32F9726F-BCA6-4273-BE12-E5D94A4C17DA}"/>
    <dgm:cxn modelId="{F8C12F68-25C0-4DAA-8438-65FF47FEA532}" type="presOf" srcId="{F28CED68-F763-48AF-9A8E-4D0FF71DD162}" destId="{7667D10D-4F0D-449D-A492-4F2BD1256D10}" srcOrd="0" destOrd="0" presId="urn:microsoft.com/office/officeart/2005/8/layout/hProcess7#1"/>
    <dgm:cxn modelId="{C4579168-9E11-4F98-A41B-7A0BE011B241}" srcId="{D38162C2-234C-42B7-8DA4-B8CA6F9DA485}" destId="{C9C3795E-FC9F-4E8F-BB1C-89E03683E635}" srcOrd="1" destOrd="0" parTransId="{4EECA68C-2C04-4DE8-B93E-89E0D93B9CCF}" sibTransId="{96A40624-7F8A-4E29-8C95-CC3C91B6C124}"/>
    <dgm:cxn modelId="{7A888369-22F1-4FCE-B5C6-7C8E968D55BD}" type="presOf" srcId="{309A1D3C-9C98-43EA-9407-22D67530AC46}" destId="{3E53D8B7-3948-4453-8B5B-B47C64175BB1}" srcOrd="0" destOrd="0" presId="urn:microsoft.com/office/officeart/2005/8/layout/hProcess7#1"/>
    <dgm:cxn modelId="{8CDBD069-9A2B-400A-9F31-0C086AC8A90F}" srcId="{8B8C5952-9458-41C9-9484-A9D5DAC9B229}" destId="{09D5934B-62D3-49CA-B4F7-ADD18A1C336A}" srcOrd="0" destOrd="0" parTransId="{F3C6D66C-5023-49BD-9B1C-D63B5D740D48}" sibTransId="{9C18BB54-4B11-48D8-B27A-11B7B7BC1B53}"/>
    <dgm:cxn modelId="{9E4E1B57-3ACC-444A-895C-D4ED2250F0CD}" type="presOf" srcId="{49C45E96-903B-4435-806E-E7FE06DAE5E5}" destId="{C8AA8C26-9FCB-4D63-9D22-B4EC951A2621}" srcOrd="0" destOrd="1" presId="urn:microsoft.com/office/officeart/2005/8/layout/hProcess7#1"/>
    <dgm:cxn modelId="{61CB6A57-20B5-4266-B34E-138CE9514B3C}" type="presOf" srcId="{909C1663-E392-4EC3-8E3F-82CAABCE1A15}" destId="{A638DD31-8D41-45A0-8D56-D36DF20671C7}" srcOrd="0" destOrd="1" presId="urn:microsoft.com/office/officeart/2005/8/layout/hProcess7#1"/>
    <dgm:cxn modelId="{C8375681-755E-453A-982C-DD210DC8E25B}" srcId="{D38162C2-234C-42B7-8DA4-B8CA6F9DA485}" destId="{8B8C5952-9458-41C9-9484-A9D5DAC9B229}" srcOrd="2" destOrd="0" parTransId="{088D0198-A98B-4545-99ED-73D6CD1A0963}" sibTransId="{6B06E91E-33C9-4F16-9747-75A033AB646B}"/>
    <dgm:cxn modelId="{7E69B188-2D4B-44FD-92CB-ED54417111C9}" type="presOf" srcId="{26874770-AF23-47E6-B303-B9F60B4E1777}" destId="{C8AA8C26-9FCB-4D63-9D22-B4EC951A2621}" srcOrd="0" destOrd="0" presId="urn:microsoft.com/office/officeart/2005/8/layout/hProcess7#1"/>
    <dgm:cxn modelId="{E6C8D78E-3C81-45EC-B0D3-DB02281B678F}" type="presOf" srcId="{D38162C2-234C-42B7-8DA4-B8CA6F9DA485}" destId="{D7759FB2-E07C-49F1-8F02-38FC3B8CCAC7}" srcOrd="0" destOrd="0" presId="urn:microsoft.com/office/officeart/2005/8/layout/hProcess7#1"/>
    <dgm:cxn modelId="{202F3099-A1E0-4060-9360-6486AACA11E4}" srcId="{C9C3795E-FC9F-4E8F-BB1C-89E03683E635}" destId="{26874770-AF23-47E6-B303-B9F60B4E1777}" srcOrd="0" destOrd="0" parTransId="{609B138D-746A-4C32-BD40-06F85AC4564C}" sibTransId="{F79F2020-741F-4645-BE92-F223402FC357}"/>
    <dgm:cxn modelId="{93212B9C-2453-4D92-A9B5-13B463C6EF14}" srcId="{F28CED68-F763-48AF-9A8E-4D0FF71DD162}" destId="{6F2205CC-A18E-4B4C-8CF9-32311B60F057}" srcOrd="2" destOrd="0" parTransId="{8FC63144-AA99-4C6E-BCCA-78E46CD27F0C}" sibTransId="{ABB0BBF6-6FE4-4938-84A6-7C4D12BDAF83}"/>
    <dgm:cxn modelId="{C51EA49E-274E-4C4A-B7D4-7AE15DD0AFED}" srcId="{F28CED68-F763-48AF-9A8E-4D0FF71DD162}" destId="{B09F70F0-B9EA-4E43-99A2-F5AA0D5A89BA}" srcOrd="4" destOrd="0" parTransId="{D7F7F83A-CDF8-4633-A7BB-7CB4EF92271E}" sibTransId="{00295432-3B5A-44B5-93F5-7C619C2459C8}"/>
    <dgm:cxn modelId="{74A320B6-9C24-43F4-ACC6-C1D15A36B31D}" type="presOf" srcId="{BEDE03D3-35B9-42F8-9EC0-036722ACAE64}" destId="{7667D10D-4F0D-449D-A492-4F2BD1256D10}" srcOrd="0" destOrd="4" presId="urn:microsoft.com/office/officeart/2005/8/layout/hProcess7#1"/>
    <dgm:cxn modelId="{D9BC07BC-0C46-4AC2-A418-6F13BFFA89DF}" type="presOf" srcId="{B2794AA0-34E9-4471-A491-64459C5D9AA6}" destId="{C8AA8C26-9FCB-4D63-9D22-B4EC951A2621}" srcOrd="0" destOrd="4" presId="urn:microsoft.com/office/officeart/2005/8/layout/hProcess7#1"/>
    <dgm:cxn modelId="{441F5ACE-BF47-482B-A05F-D22D6301C13F}" srcId="{09D5934B-62D3-49CA-B4F7-ADD18A1C336A}" destId="{909C1663-E392-4EC3-8E3F-82CAABCE1A15}" srcOrd="0" destOrd="0" parTransId="{4F541F63-DBE3-4081-9F0D-8E49ABA6522C}" sibTransId="{AF165045-2131-40F8-9225-0614925C463C}"/>
    <dgm:cxn modelId="{59FE65D8-926F-42E0-94DD-B7EB61AEA912}" type="presOf" srcId="{B09F70F0-B9EA-4E43-99A2-F5AA0D5A89BA}" destId="{7667D10D-4F0D-449D-A492-4F2BD1256D10}" srcOrd="0" destOrd="5" presId="urn:microsoft.com/office/officeart/2005/8/layout/hProcess7#1"/>
    <dgm:cxn modelId="{C284E0DF-5CB0-460F-99CB-C770697AB6F1}" srcId="{26874770-AF23-47E6-B303-B9F60B4E1777}" destId="{3A9432A3-621F-43EF-91F4-45FD668F9F74}" srcOrd="2" destOrd="0" parTransId="{005A736F-5111-4D4E-9335-E00EC213D99F}" sibTransId="{D092C425-02D2-4322-82B7-9A296739189E}"/>
    <dgm:cxn modelId="{D6B2ADE5-C8D5-4EB3-9310-3EB6E9282616}" type="presOf" srcId="{3A9432A3-621F-43EF-91F4-45FD668F9F74}" destId="{C8AA8C26-9FCB-4D63-9D22-B4EC951A2621}" srcOrd="0" destOrd="3" presId="urn:microsoft.com/office/officeart/2005/8/layout/hProcess7#1"/>
    <dgm:cxn modelId="{B2BE5DE7-D4F2-40BD-9D96-9419DC4DF5B0}" srcId="{F28CED68-F763-48AF-9A8E-4D0FF71DD162}" destId="{8C6CE386-6DE6-417D-BF72-624E2956357C}" srcOrd="0" destOrd="0" parTransId="{30119833-EA33-4626-BA1F-F1BCEACCB366}" sibTransId="{1DF64C2D-B93A-48F8-A26F-BBC17251606D}"/>
    <dgm:cxn modelId="{30B2B5E7-7A15-4D9D-A708-E5C5785AF241}" srcId="{09D5934B-62D3-49CA-B4F7-ADD18A1C336A}" destId="{639A9FE6-9941-44A7-A356-C67119D9BB12}" srcOrd="3" destOrd="0" parTransId="{038E375C-1374-45FC-AB65-03FAAD036937}" sibTransId="{6665B412-5CFC-4D3D-8563-0B56BFB26528}"/>
    <dgm:cxn modelId="{FBA5BEE8-B02A-4D20-8A0E-3FC4DF3CB932}" type="presOf" srcId="{4BE8BBBA-CBFE-49E3-AA63-F8B0089B1035}" destId="{7667D10D-4F0D-449D-A492-4F2BD1256D10}" srcOrd="0" destOrd="2" presId="urn:microsoft.com/office/officeart/2005/8/layout/hProcess7#1"/>
    <dgm:cxn modelId="{E218CFEF-DA23-47FA-8CE9-1C8D863B3B24}" srcId="{F28CED68-F763-48AF-9A8E-4D0FF71DD162}" destId="{BEDE03D3-35B9-42F8-9EC0-036722ACAE64}" srcOrd="3" destOrd="0" parTransId="{E01C0FA2-1A8F-43B1-B908-9E269AA59D81}" sibTransId="{27096F1B-9D2C-471D-B74B-239ECEC5FB08}"/>
    <dgm:cxn modelId="{A7775EF2-5A79-448B-971A-A84098FF823B}" type="presOf" srcId="{6F2205CC-A18E-4B4C-8CF9-32311B60F057}" destId="{7667D10D-4F0D-449D-A492-4F2BD1256D10}" srcOrd="0" destOrd="3" presId="urn:microsoft.com/office/officeart/2005/8/layout/hProcess7#1"/>
    <dgm:cxn modelId="{8C5088F3-01F3-46E9-B1F0-5086B0F06E29}" type="presOf" srcId="{BDD70C21-6262-4FE1-98F3-8A1629B81D05}" destId="{A638DD31-8D41-45A0-8D56-D36DF20671C7}" srcOrd="0" destOrd="3" presId="urn:microsoft.com/office/officeart/2005/8/layout/hProcess7#1"/>
    <dgm:cxn modelId="{67A7DFE0-316F-4628-8ACA-1436E75C4149}" type="presParOf" srcId="{D7759FB2-E07C-49F1-8F02-38FC3B8CCAC7}" destId="{BC27DACD-598C-447D-A4A3-898593DFD74F}" srcOrd="0" destOrd="0" presId="urn:microsoft.com/office/officeart/2005/8/layout/hProcess7#1"/>
    <dgm:cxn modelId="{5890BFB1-7B66-463F-9394-1E4FB68F9678}" type="presParOf" srcId="{BC27DACD-598C-447D-A4A3-898593DFD74F}" destId="{3E53D8B7-3948-4453-8B5B-B47C64175BB1}" srcOrd="0" destOrd="0" presId="urn:microsoft.com/office/officeart/2005/8/layout/hProcess7#1"/>
    <dgm:cxn modelId="{6F0EE17E-8DAF-442C-810C-73C8DA86805C}" type="presParOf" srcId="{BC27DACD-598C-447D-A4A3-898593DFD74F}" destId="{30C73247-83E8-4590-B636-716443E9B26D}" srcOrd="1" destOrd="0" presId="urn:microsoft.com/office/officeart/2005/8/layout/hProcess7#1"/>
    <dgm:cxn modelId="{A17CD742-ED72-4903-A27E-6947A7C3C8FA}" type="presParOf" srcId="{BC27DACD-598C-447D-A4A3-898593DFD74F}" destId="{7667D10D-4F0D-449D-A492-4F2BD1256D10}" srcOrd="2" destOrd="0" presId="urn:microsoft.com/office/officeart/2005/8/layout/hProcess7#1"/>
    <dgm:cxn modelId="{BF4293E7-F895-40AE-B675-B45EB798B259}" type="presParOf" srcId="{D7759FB2-E07C-49F1-8F02-38FC3B8CCAC7}" destId="{1B22A483-57E3-4197-A937-B8A6478926C1}" srcOrd="1" destOrd="0" presId="urn:microsoft.com/office/officeart/2005/8/layout/hProcess7#1"/>
    <dgm:cxn modelId="{4233F6C0-C27D-4B0E-82B2-983915C27740}" type="presParOf" srcId="{D7759FB2-E07C-49F1-8F02-38FC3B8CCAC7}" destId="{E0FCD925-C7F1-42B9-B3C8-5587F5ACC652}" srcOrd="2" destOrd="0" presId="urn:microsoft.com/office/officeart/2005/8/layout/hProcess7#1"/>
    <dgm:cxn modelId="{6F8EA701-D4F8-469F-AAB8-1FD5E1A4E894}" type="presParOf" srcId="{E0FCD925-C7F1-42B9-B3C8-5587F5ACC652}" destId="{214D3E67-4EAB-492F-96C7-F51B237A873A}" srcOrd="0" destOrd="0" presId="urn:microsoft.com/office/officeart/2005/8/layout/hProcess7#1"/>
    <dgm:cxn modelId="{69778895-EFC6-415D-B8D1-04DC322D5685}" type="presParOf" srcId="{E0FCD925-C7F1-42B9-B3C8-5587F5ACC652}" destId="{3D133B63-02F8-4A93-9FCE-1AD18FE0D7D1}" srcOrd="1" destOrd="0" presId="urn:microsoft.com/office/officeart/2005/8/layout/hProcess7#1"/>
    <dgm:cxn modelId="{4F5B0AB3-9938-4812-8092-07BB66B09AED}" type="presParOf" srcId="{E0FCD925-C7F1-42B9-B3C8-5587F5ACC652}" destId="{92E8EBE8-6FFD-46B6-A774-02C5AF7EA3B5}" srcOrd="2" destOrd="0" presId="urn:microsoft.com/office/officeart/2005/8/layout/hProcess7#1"/>
    <dgm:cxn modelId="{6A03D525-9AC9-4320-8B9B-B05A65CD07A4}" type="presParOf" srcId="{D7759FB2-E07C-49F1-8F02-38FC3B8CCAC7}" destId="{9C6672B3-2B0D-494A-8878-894F1073561C}" srcOrd="3" destOrd="0" presId="urn:microsoft.com/office/officeart/2005/8/layout/hProcess7#1"/>
    <dgm:cxn modelId="{37852B41-4887-4EFE-A939-CD8A64C8D324}" type="presParOf" srcId="{D7759FB2-E07C-49F1-8F02-38FC3B8CCAC7}" destId="{7C67CC01-7D88-46E6-A542-C132B028B7E9}" srcOrd="4" destOrd="0" presId="urn:microsoft.com/office/officeart/2005/8/layout/hProcess7#1"/>
    <dgm:cxn modelId="{EE72210C-1D43-440A-AA0F-34E2A8E4570B}" type="presParOf" srcId="{7C67CC01-7D88-46E6-A542-C132B028B7E9}" destId="{6CDD79FC-E413-4414-B52E-41912DC5A1E2}" srcOrd="0" destOrd="0" presId="urn:microsoft.com/office/officeart/2005/8/layout/hProcess7#1"/>
    <dgm:cxn modelId="{948C3FB7-35A9-4F9C-AED5-73851652ED75}" type="presParOf" srcId="{7C67CC01-7D88-46E6-A542-C132B028B7E9}" destId="{0AB7D569-9195-40CE-9C84-CA6B55011ED0}" srcOrd="1" destOrd="0" presId="urn:microsoft.com/office/officeart/2005/8/layout/hProcess7#1"/>
    <dgm:cxn modelId="{A2AE54A1-E827-42D0-978F-1701AECBE0B2}" type="presParOf" srcId="{7C67CC01-7D88-46E6-A542-C132B028B7E9}" destId="{C8AA8C26-9FCB-4D63-9D22-B4EC951A2621}" srcOrd="2" destOrd="0" presId="urn:microsoft.com/office/officeart/2005/8/layout/hProcess7#1"/>
    <dgm:cxn modelId="{87F0C707-D7C0-4135-8C4F-11AEBF2C2B57}" type="presParOf" srcId="{D7759FB2-E07C-49F1-8F02-38FC3B8CCAC7}" destId="{BEAE93E3-9523-4EA1-87D4-8062D8474A78}" srcOrd="5" destOrd="0" presId="urn:microsoft.com/office/officeart/2005/8/layout/hProcess7#1"/>
    <dgm:cxn modelId="{A700AD89-CB14-4AB7-B7F5-06D6F22CB7C0}" type="presParOf" srcId="{D7759FB2-E07C-49F1-8F02-38FC3B8CCAC7}" destId="{8BCBA516-2D44-4137-84DC-115F57BD1C9A}" srcOrd="6" destOrd="0" presId="urn:microsoft.com/office/officeart/2005/8/layout/hProcess7#1"/>
    <dgm:cxn modelId="{6590EA9C-6F31-4F77-9C7F-F86A44C8F573}" type="presParOf" srcId="{8BCBA516-2D44-4137-84DC-115F57BD1C9A}" destId="{7F59E227-4FCD-47FC-8511-77CFA4FBA038}" srcOrd="0" destOrd="0" presId="urn:microsoft.com/office/officeart/2005/8/layout/hProcess7#1"/>
    <dgm:cxn modelId="{FCAAEA02-7748-479E-AB1B-2B716F097E0C}" type="presParOf" srcId="{8BCBA516-2D44-4137-84DC-115F57BD1C9A}" destId="{C16954F9-681F-48CE-9E7C-53EF579B0E6E}" srcOrd="1" destOrd="0" presId="urn:microsoft.com/office/officeart/2005/8/layout/hProcess7#1"/>
    <dgm:cxn modelId="{B9B055C3-0FF9-4619-9E5D-9C32FDB93C54}" type="presParOf" srcId="{8BCBA516-2D44-4137-84DC-115F57BD1C9A}" destId="{24F0B833-4716-4C44-8BED-41CD3A09CFB8}" srcOrd="2" destOrd="0" presId="urn:microsoft.com/office/officeart/2005/8/layout/hProcess7#1"/>
    <dgm:cxn modelId="{55E2D01E-F4F5-4C36-9D9A-9C30EB07078C}" type="presParOf" srcId="{D7759FB2-E07C-49F1-8F02-38FC3B8CCAC7}" destId="{8FF1EFEB-0B96-4C4D-A421-D93F35272D95}" srcOrd="7" destOrd="0" presId="urn:microsoft.com/office/officeart/2005/8/layout/hProcess7#1"/>
    <dgm:cxn modelId="{E67AAD4C-CBE2-42B0-8FA6-5FE5FCD9E963}" type="presParOf" srcId="{D7759FB2-E07C-49F1-8F02-38FC3B8CCAC7}" destId="{B08F1E9A-E5CE-4927-83EA-F6C7F49CB736}" srcOrd="8" destOrd="0" presId="urn:microsoft.com/office/officeart/2005/8/layout/hProcess7#1"/>
    <dgm:cxn modelId="{68371D2E-F847-4CB6-A8C0-FC09C9BADB5B}" type="presParOf" srcId="{B08F1E9A-E5CE-4927-83EA-F6C7F49CB736}" destId="{3A663481-A3FF-412B-99AF-C549189A0616}" srcOrd="0" destOrd="0" presId="urn:microsoft.com/office/officeart/2005/8/layout/hProcess7#1"/>
    <dgm:cxn modelId="{CDE5F797-7D8E-41DF-86E7-9DE15F5D645F}" type="presParOf" srcId="{B08F1E9A-E5CE-4927-83EA-F6C7F49CB736}" destId="{9BA66DBA-0091-4214-AC2B-693178512D25}" srcOrd="1" destOrd="0" presId="urn:microsoft.com/office/officeart/2005/8/layout/hProcess7#1"/>
    <dgm:cxn modelId="{A4626664-D1C6-4251-A0B9-5FF0F833EB53}" type="presParOf" srcId="{B08F1E9A-E5CE-4927-83EA-F6C7F49CB736}" destId="{A638DD31-8D41-45A0-8D56-D36DF20671C7}" srcOrd="2" destOrd="0" presId="urn:microsoft.com/office/officeart/2005/8/layout/hProcess7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96CDF9-1B32-438B-9ECF-432390A32017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5CB280-0DC6-4F65-B0F1-51E3B8500354}">
      <dgm:prSet phldrT="[Text]" custT="1"/>
      <dgm:spPr/>
      <dgm:t>
        <a:bodyPr/>
        <a:lstStyle/>
        <a:p>
          <a:r>
            <a:rPr lang="en-US" sz="1800" b="0" dirty="0"/>
            <a:t>Assess policies and standards and make </a:t>
          </a:r>
          <a:r>
            <a:rPr lang="en-US" sz="1800" dirty="0"/>
            <a:t>recommendations </a:t>
          </a:r>
          <a:r>
            <a:rPr lang="en-US" sz="1800" b="0" dirty="0"/>
            <a:t>for change</a:t>
          </a:r>
        </a:p>
      </dgm:t>
    </dgm:pt>
    <dgm:pt modelId="{B62F045A-CF8D-4FC3-A9C0-9456D14FE00A}" type="parTrans" cxnId="{4E6BAA96-6B23-49CB-B917-E88D3ACD1C59}">
      <dgm:prSet/>
      <dgm:spPr/>
      <dgm:t>
        <a:bodyPr/>
        <a:lstStyle/>
        <a:p>
          <a:endParaRPr lang="en-US"/>
        </a:p>
      </dgm:t>
    </dgm:pt>
    <dgm:pt modelId="{9EDBD6B7-D38D-429F-91A5-A056E5169EF8}" type="sibTrans" cxnId="{4E6BAA96-6B23-49CB-B917-E88D3ACD1C59}">
      <dgm:prSet custT="1"/>
      <dgm:spPr/>
      <dgm:t>
        <a:bodyPr/>
        <a:lstStyle/>
        <a:p>
          <a:endParaRPr lang="en-US" sz="1000" b="0"/>
        </a:p>
      </dgm:t>
    </dgm:pt>
    <dgm:pt modelId="{EBA90016-B196-4165-B380-933DABAFC113}">
      <dgm:prSet phldrT="[Text]" custT="1"/>
      <dgm:spPr/>
      <dgm:t>
        <a:bodyPr/>
        <a:lstStyle/>
        <a:p>
          <a:r>
            <a:rPr lang="en-US" sz="1800" b="0" dirty="0"/>
            <a:t>Coordinate requests for </a:t>
          </a:r>
          <a:r>
            <a:rPr lang="en-US" sz="1800" dirty="0"/>
            <a:t>change </a:t>
          </a:r>
          <a:r>
            <a:rPr lang="en-US" sz="1800" b="0" dirty="0"/>
            <a:t>(RFC’s)</a:t>
          </a:r>
        </a:p>
      </dgm:t>
    </dgm:pt>
    <dgm:pt modelId="{4D269FBA-3519-4D85-92EC-6448725A08DD}" type="parTrans" cxnId="{8866A644-4B96-4605-9898-7394525B05DA}">
      <dgm:prSet/>
      <dgm:spPr/>
      <dgm:t>
        <a:bodyPr/>
        <a:lstStyle/>
        <a:p>
          <a:endParaRPr lang="en-US"/>
        </a:p>
      </dgm:t>
    </dgm:pt>
    <dgm:pt modelId="{8C19CEBB-303A-4BB6-8FAC-5A430F4FC554}" type="sibTrans" cxnId="{8866A644-4B96-4605-9898-7394525B05DA}">
      <dgm:prSet custT="1"/>
      <dgm:spPr/>
      <dgm:t>
        <a:bodyPr/>
        <a:lstStyle/>
        <a:p>
          <a:endParaRPr lang="en-US" sz="1000" b="0"/>
        </a:p>
      </dgm:t>
    </dgm:pt>
    <dgm:pt modelId="{5784E4C0-DEDF-43B0-AEC2-1D4D7809F451}">
      <dgm:prSet phldrT="[Text]" custT="1"/>
      <dgm:spPr/>
      <dgm:t>
        <a:bodyPr/>
        <a:lstStyle/>
        <a:p>
          <a:r>
            <a:rPr lang="en-US" sz="1800" b="0" dirty="0"/>
            <a:t>Ensure that changes to existing policies and standards </a:t>
          </a:r>
          <a:r>
            <a:rPr lang="en-US" sz="1800" dirty="0"/>
            <a:t>support </a:t>
          </a:r>
          <a:r>
            <a:rPr lang="en-US" sz="1800" b="0" dirty="0"/>
            <a:t>the organization’s mission and goals</a:t>
          </a:r>
        </a:p>
      </dgm:t>
    </dgm:pt>
    <dgm:pt modelId="{C5987C11-DADF-4B93-BAB2-3BDEA8B20EFF}" type="parTrans" cxnId="{8D1C4C1C-C1A0-4574-ABA6-64919BE8A49D}">
      <dgm:prSet/>
      <dgm:spPr/>
      <dgm:t>
        <a:bodyPr/>
        <a:lstStyle/>
        <a:p>
          <a:endParaRPr lang="en-US"/>
        </a:p>
      </dgm:t>
    </dgm:pt>
    <dgm:pt modelId="{8C7030BA-3067-40EC-9DAF-77A309CBD860}" type="sibTrans" cxnId="{8D1C4C1C-C1A0-4574-ABA6-64919BE8A49D}">
      <dgm:prSet custT="1"/>
      <dgm:spPr/>
      <dgm:t>
        <a:bodyPr/>
        <a:lstStyle/>
        <a:p>
          <a:endParaRPr lang="en-US" sz="1000" b="0"/>
        </a:p>
      </dgm:t>
    </dgm:pt>
    <dgm:pt modelId="{12A3DC03-4532-4E29-A279-EDAABB6CBB76}">
      <dgm:prSet phldrT="[Text]" custT="1"/>
      <dgm:spPr/>
      <dgm:t>
        <a:bodyPr/>
        <a:lstStyle/>
        <a:p>
          <a:r>
            <a:rPr lang="en-US" sz="1800" b="0" dirty="0"/>
            <a:t>Review requested </a:t>
          </a:r>
          <a:r>
            <a:rPr lang="en-US" sz="1800" dirty="0"/>
            <a:t>changes </a:t>
          </a:r>
          <a:r>
            <a:rPr lang="en-US" sz="1800" b="0" dirty="0"/>
            <a:t>to the policy framework</a:t>
          </a:r>
        </a:p>
      </dgm:t>
    </dgm:pt>
    <dgm:pt modelId="{EEF662A7-12CB-49B4-B1B6-3994BCF8F2ED}" type="parTrans" cxnId="{D39A7D29-ADAE-4ECC-897B-46D7365B875C}">
      <dgm:prSet/>
      <dgm:spPr/>
      <dgm:t>
        <a:bodyPr/>
        <a:lstStyle/>
        <a:p>
          <a:endParaRPr lang="en-US"/>
        </a:p>
      </dgm:t>
    </dgm:pt>
    <dgm:pt modelId="{5DF79499-BD00-4269-B72A-F44913E162D3}" type="sibTrans" cxnId="{D39A7D29-ADAE-4ECC-897B-46D7365B875C}">
      <dgm:prSet custT="1"/>
      <dgm:spPr/>
      <dgm:t>
        <a:bodyPr/>
        <a:lstStyle/>
        <a:p>
          <a:endParaRPr lang="en-US" sz="1000" b="0"/>
        </a:p>
      </dgm:t>
    </dgm:pt>
    <dgm:pt modelId="{819F4BB3-789E-427D-BC46-F285744C45E1}">
      <dgm:prSet phldrT="[Text]" custT="1"/>
      <dgm:spPr/>
      <dgm:t>
        <a:bodyPr/>
        <a:lstStyle/>
        <a:p>
          <a:r>
            <a:rPr lang="en-US" sz="1800" b="0" dirty="0"/>
            <a:t>Establish a change </a:t>
          </a:r>
          <a:r>
            <a:rPr lang="en-US" sz="1800" dirty="0"/>
            <a:t>management </a:t>
          </a:r>
          <a:r>
            <a:rPr lang="en-US" sz="1800" b="0" dirty="0"/>
            <a:t>process for policies and standards</a:t>
          </a:r>
        </a:p>
      </dgm:t>
    </dgm:pt>
    <dgm:pt modelId="{5DA699F8-1AC6-42F4-8423-0DAAB75F58F3}" type="parTrans" cxnId="{A4269B44-EB35-4C34-A807-3A4BB5BC3B1A}">
      <dgm:prSet/>
      <dgm:spPr/>
      <dgm:t>
        <a:bodyPr/>
        <a:lstStyle/>
        <a:p>
          <a:endParaRPr lang="en-US"/>
        </a:p>
      </dgm:t>
    </dgm:pt>
    <dgm:pt modelId="{200CD64C-8E8E-43B5-B1E1-647419B6F319}" type="sibTrans" cxnId="{A4269B44-EB35-4C34-A807-3A4BB5BC3B1A}">
      <dgm:prSet custT="1"/>
      <dgm:spPr/>
      <dgm:t>
        <a:bodyPr/>
        <a:lstStyle/>
        <a:p>
          <a:endParaRPr lang="en-US" sz="1000" b="0"/>
        </a:p>
      </dgm:t>
    </dgm:pt>
    <dgm:pt modelId="{0F446F3C-AEA5-4CA6-AA5A-322885BF8140}" type="pres">
      <dgm:prSet presAssocID="{B296CDF9-1B32-438B-9ECF-432390A32017}" presName="cycle" presStyleCnt="0">
        <dgm:presLayoutVars>
          <dgm:dir/>
          <dgm:resizeHandles val="exact"/>
        </dgm:presLayoutVars>
      </dgm:prSet>
      <dgm:spPr/>
    </dgm:pt>
    <dgm:pt modelId="{4B3159C6-ACBA-41A5-84EA-74BDECDB790B}" type="pres">
      <dgm:prSet presAssocID="{DA5CB280-0DC6-4F65-B0F1-51E3B8500354}" presName="node" presStyleLbl="node1" presStyleIdx="0" presStyleCnt="5" custScaleX="165480" custScaleY="142810" custRadScaleRad="95590">
        <dgm:presLayoutVars>
          <dgm:bulletEnabled val="1"/>
        </dgm:presLayoutVars>
      </dgm:prSet>
      <dgm:spPr/>
    </dgm:pt>
    <dgm:pt modelId="{81C83D69-1494-40B7-BB25-741369FB8A83}" type="pres">
      <dgm:prSet presAssocID="{DA5CB280-0DC6-4F65-B0F1-51E3B8500354}" presName="spNode" presStyleCnt="0"/>
      <dgm:spPr/>
    </dgm:pt>
    <dgm:pt modelId="{A374BDCB-C8DF-4CEF-A12B-5A81EE836F8D}" type="pres">
      <dgm:prSet presAssocID="{9EDBD6B7-D38D-429F-91A5-A056E5169EF8}" presName="sibTrans" presStyleLbl="sibTrans1D1" presStyleIdx="0" presStyleCnt="5"/>
      <dgm:spPr/>
    </dgm:pt>
    <dgm:pt modelId="{7300D2CE-8D51-4727-9827-597A2FE97B51}" type="pres">
      <dgm:prSet presAssocID="{EBA90016-B196-4165-B380-933DABAFC113}" presName="node" presStyleLbl="node1" presStyleIdx="1" presStyleCnt="5" custScaleX="165480" custScaleY="142810" custRadScaleRad="97495" custRadScaleInc="22025">
        <dgm:presLayoutVars>
          <dgm:bulletEnabled val="1"/>
        </dgm:presLayoutVars>
      </dgm:prSet>
      <dgm:spPr/>
    </dgm:pt>
    <dgm:pt modelId="{26994FE1-C35A-472B-BC08-C9E6A318350B}" type="pres">
      <dgm:prSet presAssocID="{EBA90016-B196-4165-B380-933DABAFC113}" presName="spNode" presStyleCnt="0"/>
      <dgm:spPr/>
    </dgm:pt>
    <dgm:pt modelId="{C21EF7AC-608F-4D22-B7CB-EA4246ED6721}" type="pres">
      <dgm:prSet presAssocID="{8C19CEBB-303A-4BB6-8FAC-5A430F4FC554}" presName="sibTrans" presStyleLbl="sibTrans1D1" presStyleIdx="1" presStyleCnt="5"/>
      <dgm:spPr/>
    </dgm:pt>
    <dgm:pt modelId="{4679264E-1F20-43B4-BA30-0A7AEAC5C014}" type="pres">
      <dgm:prSet presAssocID="{5784E4C0-DEDF-43B0-AEC2-1D4D7809F451}" presName="node" presStyleLbl="node1" presStyleIdx="2" presStyleCnt="5" custScaleX="165480" custScaleY="142810" custRadScaleRad="97168" custRadScaleInc="-49533">
        <dgm:presLayoutVars>
          <dgm:bulletEnabled val="1"/>
        </dgm:presLayoutVars>
      </dgm:prSet>
      <dgm:spPr/>
    </dgm:pt>
    <dgm:pt modelId="{AE143BF2-E4C6-4A1B-B669-3BEABB02339B}" type="pres">
      <dgm:prSet presAssocID="{5784E4C0-DEDF-43B0-AEC2-1D4D7809F451}" presName="spNode" presStyleCnt="0"/>
      <dgm:spPr/>
    </dgm:pt>
    <dgm:pt modelId="{C58B3DB5-4DB0-4FC2-B4AD-715A651746D6}" type="pres">
      <dgm:prSet presAssocID="{8C7030BA-3067-40EC-9DAF-77A309CBD860}" presName="sibTrans" presStyleLbl="sibTrans1D1" presStyleIdx="2" presStyleCnt="5"/>
      <dgm:spPr/>
    </dgm:pt>
    <dgm:pt modelId="{789841A9-F06E-464A-8B69-A91462DCAB15}" type="pres">
      <dgm:prSet presAssocID="{12A3DC03-4532-4E29-A279-EDAABB6CBB76}" presName="node" presStyleLbl="node1" presStyleIdx="3" presStyleCnt="5" custScaleX="165480" custScaleY="142810" custRadScaleRad="95740" custRadScaleInc="46295">
        <dgm:presLayoutVars>
          <dgm:bulletEnabled val="1"/>
        </dgm:presLayoutVars>
      </dgm:prSet>
      <dgm:spPr/>
    </dgm:pt>
    <dgm:pt modelId="{E54A6EF1-0848-4CB9-B7A4-F0635C1821C8}" type="pres">
      <dgm:prSet presAssocID="{12A3DC03-4532-4E29-A279-EDAABB6CBB76}" presName="spNode" presStyleCnt="0"/>
      <dgm:spPr/>
    </dgm:pt>
    <dgm:pt modelId="{628483EB-9112-47DE-8501-227355621030}" type="pres">
      <dgm:prSet presAssocID="{5DF79499-BD00-4269-B72A-F44913E162D3}" presName="sibTrans" presStyleLbl="sibTrans1D1" presStyleIdx="3" presStyleCnt="5"/>
      <dgm:spPr/>
    </dgm:pt>
    <dgm:pt modelId="{3E2BB8DB-2439-4334-A7BC-26EF2AA70FD5}" type="pres">
      <dgm:prSet presAssocID="{819F4BB3-789E-427D-BC46-F285744C45E1}" presName="node" presStyleLbl="node1" presStyleIdx="4" presStyleCnt="5" custScaleX="165480" custScaleY="142810" custRadScaleRad="97495" custRadScaleInc="-22025">
        <dgm:presLayoutVars>
          <dgm:bulletEnabled val="1"/>
        </dgm:presLayoutVars>
      </dgm:prSet>
      <dgm:spPr/>
    </dgm:pt>
    <dgm:pt modelId="{14304B6F-9100-439B-B077-C84E2B8C31A8}" type="pres">
      <dgm:prSet presAssocID="{819F4BB3-789E-427D-BC46-F285744C45E1}" presName="spNode" presStyleCnt="0"/>
      <dgm:spPr/>
    </dgm:pt>
    <dgm:pt modelId="{A46A6EB6-E6A5-4256-8601-E07DC76175BE}" type="pres">
      <dgm:prSet presAssocID="{200CD64C-8E8E-43B5-B1E1-647419B6F319}" presName="sibTrans" presStyleLbl="sibTrans1D1" presStyleIdx="4" presStyleCnt="5"/>
      <dgm:spPr/>
    </dgm:pt>
  </dgm:ptLst>
  <dgm:cxnLst>
    <dgm:cxn modelId="{C1402504-709C-4047-A0DB-47F1D848FFF7}" type="presOf" srcId="{EBA90016-B196-4165-B380-933DABAFC113}" destId="{7300D2CE-8D51-4727-9827-597A2FE97B51}" srcOrd="0" destOrd="0" presId="urn:microsoft.com/office/officeart/2005/8/layout/cycle5"/>
    <dgm:cxn modelId="{623B270D-9BAF-437D-AE8D-E97F33A452FB}" type="presOf" srcId="{9EDBD6B7-D38D-429F-91A5-A056E5169EF8}" destId="{A374BDCB-C8DF-4CEF-A12B-5A81EE836F8D}" srcOrd="0" destOrd="0" presId="urn:microsoft.com/office/officeart/2005/8/layout/cycle5"/>
    <dgm:cxn modelId="{8D1C4C1C-C1A0-4574-ABA6-64919BE8A49D}" srcId="{B296CDF9-1B32-438B-9ECF-432390A32017}" destId="{5784E4C0-DEDF-43B0-AEC2-1D4D7809F451}" srcOrd="2" destOrd="0" parTransId="{C5987C11-DADF-4B93-BAB2-3BDEA8B20EFF}" sibTransId="{8C7030BA-3067-40EC-9DAF-77A309CBD860}"/>
    <dgm:cxn modelId="{D39A7D29-ADAE-4ECC-897B-46D7365B875C}" srcId="{B296CDF9-1B32-438B-9ECF-432390A32017}" destId="{12A3DC03-4532-4E29-A279-EDAABB6CBB76}" srcOrd="3" destOrd="0" parTransId="{EEF662A7-12CB-49B4-B1B6-3994BCF8F2ED}" sibTransId="{5DF79499-BD00-4269-B72A-F44913E162D3}"/>
    <dgm:cxn modelId="{F1CEF13B-0341-42BD-AA59-05719553BC99}" type="presOf" srcId="{DA5CB280-0DC6-4F65-B0F1-51E3B8500354}" destId="{4B3159C6-ACBA-41A5-84EA-74BDECDB790B}" srcOrd="0" destOrd="0" presId="urn:microsoft.com/office/officeart/2005/8/layout/cycle5"/>
    <dgm:cxn modelId="{A4269B44-EB35-4C34-A807-3A4BB5BC3B1A}" srcId="{B296CDF9-1B32-438B-9ECF-432390A32017}" destId="{819F4BB3-789E-427D-BC46-F285744C45E1}" srcOrd="4" destOrd="0" parTransId="{5DA699F8-1AC6-42F4-8423-0DAAB75F58F3}" sibTransId="{200CD64C-8E8E-43B5-B1E1-647419B6F319}"/>
    <dgm:cxn modelId="{8866A644-4B96-4605-9898-7394525B05DA}" srcId="{B296CDF9-1B32-438B-9ECF-432390A32017}" destId="{EBA90016-B196-4165-B380-933DABAFC113}" srcOrd="1" destOrd="0" parTransId="{4D269FBA-3519-4D85-92EC-6448725A08DD}" sibTransId="{8C19CEBB-303A-4BB6-8FAC-5A430F4FC554}"/>
    <dgm:cxn modelId="{0F1E904A-F5A9-4AEB-888C-5E153CFBD700}" type="presOf" srcId="{8C7030BA-3067-40EC-9DAF-77A309CBD860}" destId="{C58B3DB5-4DB0-4FC2-B4AD-715A651746D6}" srcOrd="0" destOrd="0" presId="urn:microsoft.com/office/officeart/2005/8/layout/cycle5"/>
    <dgm:cxn modelId="{28AECF6C-283B-4FFE-BBB7-1BE4576BB763}" type="presOf" srcId="{5DF79499-BD00-4269-B72A-F44913E162D3}" destId="{628483EB-9112-47DE-8501-227355621030}" srcOrd="0" destOrd="0" presId="urn:microsoft.com/office/officeart/2005/8/layout/cycle5"/>
    <dgm:cxn modelId="{82036279-C184-464F-8C54-180EE35BC3C6}" type="presOf" srcId="{B296CDF9-1B32-438B-9ECF-432390A32017}" destId="{0F446F3C-AEA5-4CA6-AA5A-322885BF8140}" srcOrd="0" destOrd="0" presId="urn:microsoft.com/office/officeart/2005/8/layout/cycle5"/>
    <dgm:cxn modelId="{2AD1137B-73BF-4981-9DDE-8FDEE8897CD6}" type="presOf" srcId="{5784E4C0-DEDF-43B0-AEC2-1D4D7809F451}" destId="{4679264E-1F20-43B4-BA30-0A7AEAC5C014}" srcOrd="0" destOrd="0" presId="urn:microsoft.com/office/officeart/2005/8/layout/cycle5"/>
    <dgm:cxn modelId="{19609695-BDAC-49A3-9B6C-2EB67D0F5927}" type="presOf" srcId="{8C19CEBB-303A-4BB6-8FAC-5A430F4FC554}" destId="{C21EF7AC-608F-4D22-B7CB-EA4246ED6721}" srcOrd="0" destOrd="0" presId="urn:microsoft.com/office/officeart/2005/8/layout/cycle5"/>
    <dgm:cxn modelId="{4E6BAA96-6B23-49CB-B917-E88D3ACD1C59}" srcId="{B296CDF9-1B32-438B-9ECF-432390A32017}" destId="{DA5CB280-0DC6-4F65-B0F1-51E3B8500354}" srcOrd="0" destOrd="0" parTransId="{B62F045A-CF8D-4FC3-A9C0-9456D14FE00A}" sibTransId="{9EDBD6B7-D38D-429F-91A5-A056E5169EF8}"/>
    <dgm:cxn modelId="{E438969D-25CB-41D5-8F21-0B29DC956287}" type="presOf" srcId="{819F4BB3-789E-427D-BC46-F285744C45E1}" destId="{3E2BB8DB-2439-4334-A7BC-26EF2AA70FD5}" srcOrd="0" destOrd="0" presId="urn:microsoft.com/office/officeart/2005/8/layout/cycle5"/>
    <dgm:cxn modelId="{0AA1F2CC-6D4A-4CBB-8D28-4061F5218E45}" type="presOf" srcId="{200CD64C-8E8E-43B5-B1E1-647419B6F319}" destId="{A46A6EB6-E6A5-4256-8601-E07DC76175BE}" srcOrd="0" destOrd="0" presId="urn:microsoft.com/office/officeart/2005/8/layout/cycle5"/>
    <dgm:cxn modelId="{683C03E0-4C82-4E0D-9069-34D15409FF7C}" type="presOf" srcId="{12A3DC03-4532-4E29-A279-EDAABB6CBB76}" destId="{789841A9-F06E-464A-8B69-A91462DCAB15}" srcOrd="0" destOrd="0" presId="urn:microsoft.com/office/officeart/2005/8/layout/cycle5"/>
    <dgm:cxn modelId="{F87C00FC-B98E-408E-8603-89BE884767D0}" type="presParOf" srcId="{0F446F3C-AEA5-4CA6-AA5A-322885BF8140}" destId="{4B3159C6-ACBA-41A5-84EA-74BDECDB790B}" srcOrd="0" destOrd="0" presId="urn:microsoft.com/office/officeart/2005/8/layout/cycle5"/>
    <dgm:cxn modelId="{B5911D3E-BF4F-4306-BAC8-44ECF86E9C29}" type="presParOf" srcId="{0F446F3C-AEA5-4CA6-AA5A-322885BF8140}" destId="{81C83D69-1494-40B7-BB25-741369FB8A83}" srcOrd="1" destOrd="0" presId="urn:microsoft.com/office/officeart/2005/8/layout/cycle5"/>
    <dgm:cxn modelId="{498AE966-43FF-45F0-84B8-ADC9B9349805}" type="presParOf" srcId="{0F446F3C-AEA5-4CA6-AA5A-322885BF8140}" destId="{A374BDCB-C8DF-4CEF-A12B-5A81EE836F8D}" srcOrd="2" destOrd="0" presId="urn:microsoft.com/office/officeart/2005/8/layout/cycle5"/>
    <dgm:cxn modelId="{41BB9642-BB1B-4A3D-9672-D900780CDDE7}" type="presParOf" srcId="{0F446F3C-AEA5-4CA6-AA5A-322885BF8140}" destId="{7300D2CE-8D51-4727-9827-597A2FE97B51}" srcOrd="3" destOrd="0" presId="urn:microsoft.com/office/officeart/2005/8/layout/cycle5"/>
    <dgm:cxn modelId="{8156853D-C293-4415-A73A-9AE64F306E7A}" type="presParOf" srcId="{0F446F3C-AEA5-4CA6-AA5A-322885BF8140}" destId="{26994FE1-C35A-472B-BC08-C9E6A318350B}" srcOrd="4" destOrd="0" presId="urn:microsoft.com/office/officeart/2005/8/layout/cycle5"/>
    <dgm:cxn modelId="{A1B93C18-6D82-48F2-9DCE-B61BB97AB849}" type="presParOf" srcId="{0F446F3C-AEA5-4CA6-AA5A-322885BF8140}" destId="{C21EF7AC-608F-4D22-B7CB-EA4246ED6721}" srcOrd="5" destOrd="0" presId="urn:microsoft.com/office/officeart/2005/8/layout/cycle5"/>
    <dgm:cxn modelId="{91E8AA22-D3EA-4F0E-86A7-9BF5A917798D}" type="presParOf" srcId="{0F446F3C-AEA5-4CA6-AA5A-322885BF8140}" destId="{4679264E-1F20-43B4-BA30-0A7AEAC5C014}" srcOrd="6" destOrd="0" presId="urn:microsoft.com/office/officeart/2005/8/layout/cycle5"/>
    <dgm:cxn modelId="{4C1266D7-3EFD-47A3-B032-F4589D861F10}" type="presParOf" srcId="{0F446F3C-AEA5-4CA6-AA5A-322885BF8140}" destId="{AE143BF2-E4C6-4A1B-B669-3BEABB02339B}" srcOrd="7" destOrd="0" presId="urn:microsoft.com/office/officeart/2005/8/layout/cycle5"/>
    <dgm:cxn modelId="{30A5167B-8EA3-4BE8-9B3C-8822F9DD6123}" type="presParOf" srcId="{0F446F3C-AEA5-4CA6-AA5A-322885BF8140}" destId="{C58B3DB5-4DB0-4FC2-B4AD-715A651746D6}" srcOrd="8" destOrd="0" presId="urn:microsoft.com/office/officeart/2005/8/layout/cycle5"/>
    <dgm:cxn modelId="{39F39055-B796-4F66-AB9D-B6BC99B9D29A}" type="presParOf" srcId="{0F446F3C-AEA5-4CA6-AA5A-322885BF8140}" destId="{789841A9-F06E-464A-8B69-A91462DCAB15}" srcOrd="9" destOrd="0" presId="urn:microsoft.com/office/officeart/2005/8/layout/cycle5"/>
    <dgm:cxn modelId="{9F56B953-E307-4073-AD02-BC255C37AE6B}" type="presParOf" srcId="{0F446F3C-AEA5-4CA6-AA5A-322885BF8140}" destId="{E54A6EF1-0848-4CB9-B7A4-F0635C1821C8}" srcOrd="10" destOrd="0" presId="urn:microsoft.com/office/officeart/2005/8/layout/cycle5"/>
    <dgm:cxn modelId="{174A6C3B-BB94-413E-B18F-1C3AB37A7A33}" type="presParOf" srcId="{0F446F3C-AEA5-4CA6-AA5A-322885BF8140}" destId="{628483EB-9112-47DE-8501-227355621030}" srcOrd="11" destOrd="0" presId="urn:microsoft.com/office/officeart/2005/8/layout/cycle5"/>
    <dgm:cxn modelId="{11B952E6-9D93-415A-ABE7-25DE82A18B8A}" type="presParOf" srcId="{0F446F3C-AEA5-4CA6-AA5A-322885BF8140}" destId="{3E2BB8DB-2439-4334-A7BC-26EF2AA70FD5}" srcOrd="12" destOrd="0" presId="urn:microsoft.com/office/officeart/2005/8/layout/cycle5"/>
    <dgm:cxn modelId="{8E60A329-DC29-4DFC-9A6A-0B91E0DAB7CE}" type="presParOf" srcId="{0F446F3C-AEA5-4CA6-AA5A-322885BF8140}" destId="{14304B6F-9100-439B-B077-C84E2B8C31A8}" srcOrd="13" destOrd="0" presId="urn:microsoft.com/office/officeart/2005/8/layout/cycle5"/>
    <dgm:cxn modelId="{04756557-D414-4D8B-B4F7-222092D1CA88}" type="presParOf" srcId="{0F446F3C-AEA5-4CA6-AA5A-322885BF8140}" destId="{A46A6EB6-E6A5-4256-8601-E07DC76175BE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F4470A-28AB-4750-A772-E806E7E0330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1ECF4C-412B-4B9A-90FA-039BF6449060}">
      <dgm:prSet phldrT="[Text]" custT="1"/>
      <dgm:spPr/>
      <dgm:t>
        <a:bodyPr/>
        <a:lstStyle/>
        <a:p>
          <a:r>
            <a:rPr lang="en-US" sz="1800" dirty="0"/>
            <a:t>Updates and revisions</a:t>
          </a:r>
        </a:p>
      </dgm:t>
    </dgm:pt>
    <dgm:pt modelId="{E88A6898-F268-44DC-937A-908DF731B639}" type="parTrans" cxnId="{87AFD51B-B843-4B5B-9A50-C9BEE1A52C7E}">
      <dgm:prSet/>
      <dgm:spPr/>
      <dgm:t>
        <a:bodyPr/>
        <a:lstStyle/>
        <a:p>
          <a:endParaRPr lang="en-US" sz="1800"/>
        </a:p>
      </dgm:t>
    </dgm:pt>
    <dgm:pt modelId="{6B3513B4-D0EA-404B-9F0F-8C810423ACC5}" type="sibTrans" cxnId="{87AFD51B-B843-4B5B-9A50-C9BEE1A52C7E}">
      <dgm:prSet custT="1"/>
      <dgm:spPr/>
      <dgm:t>
        <a:bodyPr/>
        <a:lstStyle/>
        <a:p>
          <a:endParaRPr lang="en-US" sz="1800"/>
        </a:p>
      </dgm:t>
    </dgm:pt>
    <dgm:pt modelId="{23E5BD64-AD98-40CA-832E-9EFFE1CE47FF}">
      <dgm:prSet phldrT="[Text]" custT="1"/>
      <dgm:spPr/>
      <dgm:t>
        <a:bodyPr/>
        <a:lstStyle/>
        <a:p>
          <a:r>
            <a:rPr lang="en-US" sz="1800" dirty="0"/>
            <a:t>Exceptions and waivers</a:t>
          </a:r>
        </a:p>
      </dgm:t>
    </dgm:pt>
    <dgm:pt modelId="{CFD17281-AB6E-451E-B921-DD6AAB213970}" type="parTrans" cxnId="{5040B3C3-2FB3-46A2-A50E-6B613B2B1D63}">
      <dgm:prSet/>
      <dgm:spPr/>
      <dgm:t>
        <a:bodyPr/>
        <a:lstStyle/>
        <a:p>
          <a:endParaRPr lang="en-US" sz="1800"/>
        </a:p>
      </dgm:t>
    </dgm:pt>
    <dgm:pt modelId="{90FC83E8-D5AB-4F8C-B653-C266A3160A02}" type="sibTrans" cxnId="{5040B3C3-2FB3-46A2-A50E-6B613B2B1D63}">
      <dgm:prSet custT="1"/>
      <dgm:spPr/>
      <dgm:t>
        <a:bodyPr/>
        <a:lstStyle/>
        <a:p>
          <a:endParaRPr lang="en-US" sz="1800"/>
        </a:p>
      </dgm:t>
    </dgm:pt>
    <dgm:pt modelId="{10A949A7-9D5D-4BDA-9231-D1BDF5577743}">
      <dgm:prSet phldrT="[Text]" custT="1"/>
      <dgm:spPr/>
      <dgm:t>
        <a:bodyPr/>
        <a:lstStyle/>
        <a:p>
          <a:r>
            <a:rPr lang="en-US" sz="1800" dirty="0"/>
            <a:t>Request from users and management</a:t>
          </a:r>
        </a:p>
      </dgm:t>
    </dgm:pt>
    <dgm:pt modelId="{23946DE7-2E43-48B0-B464-479FFF4DAAA9}" type="parTrans" cxnId="{DFA1ABC0-8BE7-4A20-B8DE-2B034608FF37}">
      <dgm:prSet/>
      <dgm:spPr/>
      <dgm:t>
        <a:bodyPr/>
        <a:lstStyle/>
        <a:p>
          <a:endParaRPr lang="en-US" sz="1800"/>
        </a:p>
      </dgm:t>
    </dgm:pt>
    <dgm:pt modelId="{6A7F4042-2EFD-49BE-B744-2D795D98DBD2}" type="sibTrans" cxnId="{DFA1ABC0-8BE7-4A20-B8DE-2B034608FF37}">
      <dgm:prSet custT="1"/>
      <dgm:spPr/>
      <dgm:t>
        <a:bodyPr/>
        <a:lstStyle/>
        <a:p>
          <a:endParaRPr lang="en-US" sz="1800"/>
        </a:p>
      </dgm:t>
    </dgm:pt>
    <dgm:pt modelId="{B4CA38CA-FF4F-4AE8-B32C-06E40EFFA017}">
      <dgm:prSet phldrT="[Text]" custT="1"/>
      <dgm:spPr/>
      <dgm:t>
        <a:bodyPr/>
        <a:lstStyle/>
        <a:p>
          <a:r>
            <a:rPr lang="en-US" sz="1800" dirty="0"/>
            <a:t>Changes to the organization</a:t>
          </a:r>
        </a:p>
      </dgm:t>
    </dgm:pt>
    <dgm:pt modelId="{797875AC-DA33-4831-BE3A-434801A13FC7}" type="parTrans" cxnId="{A5560106-9A70-444E-99D0-CEC7DA69110F}">
      <dgm:prSet/>
      <dgm:spPr/>
      <dgm:t>
        <a:bodyPr/>
        <a:lstStyle/>
        <a:p>
          <a:endParaRPr lang="en-US" sz="1800"/>
        </a:p>
      </dgm:t>
    </dgm:pt>
    <dgm:pt modelId="{019E33FA-DC5D-423B-92B7-272CDA2E0E7B}" type="sibTrans" cxnId="{A5560106-9A70-444E-99D0-CEC7DA69110F}">
      <dgm:prSet/>
      <dgm:spPr/>
      <dgm:t>
        <a:bodyPr/>
        <a:lstStyle/>
        <a:p>
          <a:endParaRPr lang="en-US" sz="1800"/>
        </a:p>
      </dgm:t>
    </dgm:pt>
    <dgm:pt modelId="{A8699C28-237E-47E0-B774-26A16EC1C740}" type="pres">
      <dgm:prSet presAssocID="{17F4470A-28AB-4750-A772-E806E7E03300}" presName="outerComposite" presStyleCnt="0">
        <dgm:presLayoutVars>
          <dgm:chMax val="5"/>
          <dgm:dir/>
          <dgm:resizeHandles val="exact"/>
        </dgm:presLayoutVars>
      </dgm:prSet>
      <dgm:spPr/>
    </dgm:pt>
    <dgm:pt modelId="{0F909DB0-C4D7-4759-8DCC-843AC4E34628}" type="pres">
      <dgm:prSet presAssocID="{17F4470A-28AB-4750-A772-E806E7E03300}" presName="dummyMaxCanvas" presStyleCnt="0">
        <dgm:presLayoutVars/>
      </dgm:prSet>
      <dgm:spPr/>
    </dgm:pt>
    <dgm:pt modelId="{F4CFD8E7-2E63-4950-A004-36AE58D9069B}" type="pres">
      <dgm:prSet presAssocID="{17F4470A-28AB-4750-A772-E806E7E03300}" presName="FourNodes_1" presStyleLbl="node1" presStyleIdx="0" presStyleCnt="4">
        <dgm:presLayoutVars>
          <dgm:bulletEnabled val="1"/>
        </dgm:presLayoutVars>
      </dgm:prSet>
      <dgm:spPr/>
    </dgm:pt>
    <dgm:pt modelId="{ADE738E1-91A2-47AB-A6B4-D509378AAC9A}" type="pres">
      <dgm:prSet presAssocID="{17F4470A-28AB-4750-A772-E806E7E03300}" presName="FourNodes_2" presStyleLbl="node1" presStyleIdx="1" presStyleCnt="4">
        <dgm:presLayoutVars>
          <dgm:bulletEnabled val="1"/>
        </dgm:presLayoutVars>
      </dgm:prSet>
      <dgm:spPr/>
    </dgm:pt>
    <dgm:pt modelId="{B5910A5C-B1C6-41B7-865E-E57DCABB1D6B}" type="pres">
      <dgm:prSet presAssocID="{17F4470A-28AB-4750-A772-E806E7E03300}" presName="FourNodes_3" presStyleLbl="node1" presStyleIdx="2" presStyleCnt="4">
        <dgm:presLayoutVars>
          <dgm:bulletEnabled val="1"/>
        </dgm:presLayoutVars>
      </dgm:prSet>
      <dgm:spPr/>
    </dgm:pt>
    <dgm:pt modelId="{B4AA3427-C7D9-4298-A6EB-B4B1FD678F02}" type="pres">
      <dgm:prSet presAssocID="{17F4470A-28AB-4750-A772-E806E7E03300}" presName="FourNodes_4" presStyleLbl="node1" presStyleIdx="3" presStyleCnt="4" custLinFactNeighborX="-694" custLinFactNeighborY="5137">
        <dgm:presLayoutVars>
          <dgm:bulletEnabled val="1"/>
        </dgm:presLayoutVars>
      </dgm:prSet>
      <dgm:spPr/>
    </dgm:pt>
    <dgm:pt modelId="{FDE9DEA7-E99C-4F6B-9A6A-58A8287D4C4B}" type="pres">
      <dgm:prSet presAssocID="{17F4470A-28AB-4750-A772-E806E7E03300}" presName="FourConn_1-2" presStyleLbl="fgAccFollowNode1" presStyleIdx="0" presStyleCnt="3">
        <dgm:presLayoutVars>
          <dgm:bulletEnabled val="1"/>
        </dgm:presLayoutVars>
      </dgm:prSet>
      <dgm:spPr/>
    </dgm:pt>
    <dgm:pt modelId="{5DBFDD61-280E-4F78-B874-46FE83FE454B}" type="pres">
      <dgm:prSet presAssocID="{17F4470A-28AB-4750-A772-E806E7E03300}" presName="FourConn_2-3" presStyleLbl="fgAccFollowNode1" presStyleIdx="1" presStyleCnt="3">
        <dgm:presLayoutVars>
          <dgm:bulletEnabled val="1"/>
        </dgm:presLayoutVars>
      </dgm:prSet>
      <dgm:spPr/>
    </dgm:pt>
    <dgm:pt modelId="{E97C30C7-C633-45FF-B716-AAFF328B173B}" type="pres">
      <dgm:prSet presAssocID="{17F4470A-28AB-4750-A772-E806E7E03300}" presName="FourConn_3-4" presStyleLbl="fgAccFollowNode1" presStyleIdx="2" presStyleCnt="3">
        <dgm:presLayoutVars>
          <dgm:bulletEnabled val="1"/>
        </dgm:presLayoutVars>
      </dgm:prSet>
      <dgm:spPr/>
    </dgm:pt>
    <dgm:pt modelId="{EB0339B2-9D86-49DE-B728-AE8B23AB6927}" type="pres">
      <dgm:prSet presAssocID="{17F4470A-28AB-4750-A772-E806E7E03300}" presName="FourNodes_1_text" presStyleLbl="node1" presStyleIdx="3" presStyleCnt="4">
        <dgm:presLayoutVars>
          <dgm:bulletEnabled val="1"/>
        </dgm:presLayoutVars>
      </dgm:prSet>
      <dgm:spPr/>
    </dgm:pt>
    <dgm:pt modelId="{10338C0C-F514-405F-AD9F-282D478F2EE5}" type="pres">
      <dgm:prSet presAssocID="{17F4470A-28AB-4750-A772-E806E7E03300}" presName="FourNodes_2_text" presStyleLbl="node1" presStyleIdx="3" presStyleCnt="4">
        <dgm:presLayoutVars>
          <dgm:bulletEnabled val="1"/>
        </dgm:presLayoutVars>
      </dgm:prSet>
      <dgm:spPr/>
    </dgm:pt>
    <dgm:pt modelId="{144D0C3C-A3FB-4C4E-A092-42F6C79CC487}" type="pres">
      <dgm:prSet presAssocID="{17F4470A-28AB-4750-A772-E806E7E03300}" presName="FourNodes_3_text" presStyleLbl="node1" presStyleIdx="3" presStyleCnt="4">
        <dgm:presLayoutVars>
          <dgm:bulletEnabled val="1"/>
        </dgm:presLayoutVars>
      </dgm:prSet>
      <dgm:spPr/>
    </dgm:pt>
    <dgm:pt modelId="{4CECDE43-A1FC-442E-977E-EA5EAFE06912}" type="pres">
      <dgm:prSet presAssocID="{17F4470A-28AB-4750-A772-E806E7E0330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C6D9805-1C17-4181-B581-E4795FD964B3}" type="presOf" srcId="{23E5BD64-AD98-40CA-832E-9EFFE1CE47FF}" destId="{ADE738E1-91A2-47AB-A6B4-D509378AAC9A}" srcOrd="0" destOrd="0" presId="urn:microsoft.com/office/officeart/2005/8/layout/vProcess5"/>
    <dgm:cxn modelId="{A5560106-9A70-444E-99D0-CEC7DA69110F}" srcId="{17F4470A-28AB-4750-A772-E806E7E03300}" destId="{B4CA38CA-FF4F-4AE8-B32C-06E40EFFA017}" srcOrd="3" destOrd="0" parTransId="{797875AC-DA33-4831-BE3A-434801A13FC7}" sibTransId="{019E33FA-DC5D-423B-92B7-272CDA2E0E7B}"/>
    <dgm:cxn modelId="{713FAA1B-8727-47C9-A1E7-15EF071A08C8}" type="presOf" srcId="{B4CA38CA-FF4F-4AE8-B32C-06E40EFFA017}" destId="{B4AA3427-C7D9-4298-A6EB-B4B1FD678F02}" srcOrd="0" destOrd="0" presId="urn:microsoft.com/office/officeart/2005/8/layout/vProcess5"/>
    <dgm:cxn modelId="{87AFD51B-B843-4B5B-9A50-C9BEE1A52C7E}" srcId="{17F4470A-28AB-4750-A772-E806E7E03300}" destId="{EC1ECF4C-412B-4B9A-90FA-039BF6449060}" srcOrd="0" destOrd="0" parTransId="{E88A6898-F268-44DC-937A-908DF731B639}" sibTransId="{6B3513B4-D0EA-404B-9F0F-8C810423ACC5}"/>
    <dgm:cxn modelId="{9A827B29-2ACD-4BFE-9795-AC88F483CE2C}" type="presOf" srcId="{EC1ECF4C-412B-4B9A-90FA-039BF6449060}" destId="{EB0339B2-9D86-49DE-B728-AE8B23AB6927}" srcOrd="1" destOrd="0" presId="urn:microsoft.com/office/officeart/2005/8/layout/vProcess5"/>
    <dgm:cxn modelId="{E641FD2D-80FA-4FD7-BAE8-B770E6536C0E}" type="presOf" srcId="{B4CA38CA-FF4F-4AE8-B32C-06E40EFFA017}" destId="{4CECDE43-A1FC-442E-977E-EA5EAFE06912}" srcOrd="1" destOrd="0" presId="urn:microsoft.com/office/officeart/2005/8/layout/vProcess5"/>
    <dgm:cxn modelId="{54BADD53-D786-41A4-9DDB-47EE0CD12530}" type="presOf" srcId="{23E5BD64-AD98-40CA-832E-9EFFE1CE47FF}" destId="{10338C0C-F514-405F-AD9F-282D478F2EE5}" srcOrd="1" destOrd="0" presId="urn:microsoft.com/office/officeart/2005/8/layout/vProcess5"/>
    <dgm:cxn modelId="{C7407A7F-2E75-45F7-AF74-F36575F0246B}" type="presOf" srcId="{6A7F4042-2EFD-49BE-B744-2D795D98DBD2}" destId="{E97C30C7-C633-45FF-B716-AAFF328B173B}" srcOrd="0" destOrd="0" presId="urn:microsoft.com/office/officeart/2005/8/layout/vProcess5"/>
    <dgm:cxn modelId="{924C5686-B058-4859-9201-FFB9B95CF860}" type="presOf" srcId="{6B3513B4-D0EA-404B-9F0F-8C810423ACC5}" destId="{FDE9DEA7-E99C-4F6B-9A6A-58A8287D4C4B}" srcOrd="0" destOrd="0" presId="urn:microsoft.com/office/officeart/2005/8/layout/vProcess5"/>
    <dgm:cxn modelId="{0DFC6B9A-ABF8-41D9-8255-DA45FE99E656}" type="presOf" srcId="{10A949A7-9D5D-4BDA-9231-D1BDF5577743}" destId="{144D0C3C-A3FB-4C4E-A092-42F6C79CC487}" srcOrd="1" destOrd="0" presId="urn:microsoft.com/office/officeart/2005/8/layout/vProcess5"/>
    <dgm:cxn modelId="{0605B4A6-864E-4243-B37B-4928E522AE2E}" type="presOf" srcId="{17F4470A-28AB-4750-A772-E806E7E03300}" destId="{A8699C28-237E-47E0-B774-26A16EC1C740}" srcOrd="0" destOrd="0" presId="urn:microsoft.com/office/officeart/2005/8/layout/vProcess5"/>
    <dgm:cxn modelId="{C62910BA-3DF7-42E0-BA77-164A0C1768E8}" type="presOf" srcId="{EC1ECF4C-412B-4B9A-90FA-039BF6449060}" destId="{F4CFD8E7-2E63-4950-A004-36AE58D9069B}" srcOrd="0" destOrd="0" presId="urn:microsoft.com/office/officeart/2005/8/layout/vProcess5"/>
    <dgm:cxn modelId="{DFA1ABC0-8BE7-4A20-B8DE-2B034608FF37}" srcId="{17F4470A-28AB-4750-A772-E806E7E03300}" destId="{10A949A7-9D5D-4BDA-9231-D1BDF5577743}" srcOrd="2" destOrd="0" parTransId="{23946DE7-2E43-48B0-B464-479FFF4DAAA9}" sibTransId="{6A7F4042-2EFD-49BE-B744-2D795D98DBD2}"/>
    <dgm:cxn modelId="{5040B3C3-2FB3-46A2-A50E-6B613B2B1D63}" srcId="{17F4470A-28AB-4750-A772-E806E7E03300}" destId="{23E5BD64-AD98-40CA-832E-9EFFE1CE47FF}" srcOrd="1" destOrd="0" parTransId="{CFD17281-AB6E-451E-B921-DD6AAB213970}" sibTransId="{90FC83E8-D5AB-4F8C-B653-C266A3160A02}"/>
    <dgm:cxn modelId="{6F5D60D6-B2EF-4FEB-9839-5773379F45C3}" type="presOf" srcId="{90FC83E8-D5AB-4F8C-B653-C266A3160A02}" destId="{5DBFDD61-280E-4F78-B874-46FE83FE454B}" srcOrd="0" destOrd="0" presId="urn:microsoft.com/office/officeart/2005/8/layout/vProcess5"/>
    <dgm:cxn modelId="{C129BEDB-C274-46B9-8239-314D095A1DA0}" type="presOf" srcId="{10A949A7-9D5D-4BDA-9231-D1BDF5577743}" destId="{B5910A5C-B1C6-41B7-865E-E57DCABB1D6B}" srcOrd="0" destOrd="0" presId="urn:microsoft.com/office/officeart/2005/8/layout/vProcess5"/>
    <dgm:cxn modelId="{DB3C6589-C7F2-4D43-B67B-5CC980AFB6C5}" type="presParOf" srcId="{A8699C28-237E-47E0-B774-26A16EC1C740}" destId="{0F909DB0-C4D7-4759-8DCC-843AC4E34628}" srcOrd="0" destOrd="0" presId="urn:microsoft.com/office/officeart/2005/8/layout/vProcess5"/>
    <dgm:cxn modelId="{43305FB8-531E-4B59-B649-26BF0B9572F8}" type="presParOf" srcId="{A8699C28-237E-47E0-B774-26A16EC1C740}" destId="{F4CFD8E7-2E63-4950-A004-36AE58D9069B}" srcOrd="1" destOrd="0" presId="urn:microsoft.com/office/officeart/2005/8/layout/vProcess5"/>
    <dgm:cxn modelId="{9D04C0A8-ABF3-4310-ACF9-6E95F481061A}" type="presParOf" srcId="{A8699C28-237E-47E0-B774-26A16EC1C740}" destId="{ADE738E1-91A2-47AB-A6B4-D509378AAC9A}" srcOrd="2" destOrd="0" presId="urn:microsoft.com/office/officeart/2005/8/layout/vProcess5"/>
    <dgm:cxn modelId="{BA8913C3-4B95-4E89-B433-357240AE93D5}" type="presParOf" srcId="{A8699C28-237E-47E0-B774-26A16EC1C740}" destId="{B5910A5C-B1C6-41B7-865E-E57DCABB1D6B}" srcOrd="3" destOrd="0" presId="urn:microsoft.com/office/officeart/2005/8/layout/vProcess5"/>
    <dgm:cxn modelId="{68432A1E-E466-4ACE-9AEA-E1772DF26FEF}" type="presParOf" srcId="{A8699C28-237E-47E0-B774-26A16EC1C740}" destId="{B4AA3427-C7D9-4298-A6EB-B4B1FD678F02}" srcOrd="4" destOrd="0" presId="urn:microsoft.com/office/officeart/2005/8/layout/vProcess5"/>
    <dgm:cxn modelId="{995B2326-87CC-410C-A52E-FEA9C192A969}" type="presParOf" srcId="{A8699C28-237E-47E0-B774-26A16EC1C740}" destId="{FDE9DEA7-E99C-4F6B-9A6A-58A8287D4C4B}" srcOrd="5" destOrd="0" presId="urn:microsoft.com/office/officeart/2005/8/layout/vProcess5"/>
    <dgm:cxn modelId="{FED2281C-6E62-49E0-9D31-346229DF1ECB}" type="presParOf" srcId="{A8699C28-237E-47E0-B774-26A16EC1C740}" destId="{5DBFDD61-280E-4F78-B874-46FE83FE454B}" srcOrd="6" destOrd="0" presId="urn:microsoft.com/office/officeart/2005/8/layout/vProcess5"/>
    <dgm:cxn modelId="{8506E7B2-4790-48AE-BEE1-501993120FDF}" type="presParOf" srcId="{A8699C28-237E-47E0-B774-26A16EC1C740}" destId="{E97C30C7-C633-45FF-B716-AAFF328B173B}" srcOrd="7" destOrd="0" presId="urn:microsoft.com/office/officeart/2005/8/layout/vProcess5"/>
    <dgm:cxn modelId="{5074E17D-BE31-4EDC-84FC-A5FAE98EC8F9}" type="presParOf" srcId="{A8699C28-237E-47E0-B774-26A16EC1C740}" destId="{EB0339B2-9D86-49DE-B728-AE8B23AB6927}" srcOrd="8" destOrd="0" presId="urn:microsoft.com/office/officeart/2005/8/layout/vProcess5"/>
    <dgm:cxn modelId="{53C826F9-CBB3-45EF-8C2B-054FDB3B4CE0}" type="presParOf" srcId="{A8699C28-237E-47E0-B774-26A16EC1C740}" destId="{10338C0C-F514-405F-AD9F-282D478F2EE5}" srcOrd="9" destOrd="0" presId="urn:microsoft.com/office/officeart/2005/8/layout/vProcess5"/>
    <dgm:cxn modelId="{66DC5FB0-1D8F-4C25-8519-8AB36B6EA7CF}" type="presParOf" srcId="{A8699C28-237E-47E0-B774-26A16EC1C740}" destId="{144D0C3C-A3FB-4C4E-A092-42F6C79CC487}" srcOrd="10" destOrd="0" presId="urn:microsoft.com/office/officeart/2005/8/layout/vProcess5"/>
    <dgm:cxn modelId="{351C5A32-2C03-477F-A876-42DD030C8FC4}" type="presParOf" srcId="{A8699C28-237E-47E0-B774-26A16EC1C740}" destId="{4CECDE43-A1FC-442E-977E-EA5EAFE0691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3D8B7-3948-4453-8B5B-B47C64175BB1}">
      <dsp:nvSpPr>
        <dsp:cNvPr id="0" name=""/>
        <dsp:cNvSpPr/>
      </dsp:nvSpPr>
      <dsp:spPr>
        <a:xfrm>
          <a:off x="647" y="4"/>
          <a:ext cx="2785186" cy="4284296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Case Study</a:t>
          </a:r>
        </a:p>
      </dsp:txBody>
      <dsp:txXfrm rot="16200000">
        <a:off x="-1477395" y="1478047"/>
        <a:ext cx="3513123" cy="557037"/>
      </dsp:txXfrm>
    </dsp:sp>
    <dsp:sp modelId="{7667D10D-4F0D-449D-A492-4F2BD1256D10}">
      <dsp:nvSpPr>
        <dsp:cNvPr id="0" name=""/>
        <dsp:cNvSpPr/>
      </dsp:nvSpPr>
      <dsp:spPr>
        <a:xfrm>
          <a:off x="557684" y="4"/>
          <a:ext cx="2074963" cy="428429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Private Sector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HealthCare w/7000 devices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Incomplete Inventory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No easy way to classify assets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Health Insurance Portability and Accountability Act (HIPPA)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Used NIST SP 800-53 to establish the framework</a:t>
          </a:r>
        </a:p>
      </dsp:txBody>
      <dsp:txXfrm>
        <a:off x="557684" y="4"/>
        <a:ext cx="2074963" cy="4284296"/>
      </dsp:txXfrm>
    </dsp:sp>
    <dsp:sp modelId="{6CDD79FC-E413-4414-B52E-41912DC5A1E2}">
      <dsp:nvSpPr>
        <dsp:cNvPr id="0" name=""/>
        <dsp:cNvSpPr/>
      </dsp:nvSpPr>
      <dsp:spPr>
        <a:xfrm>
          <a:off x="2883315" y="4"/>
          <a:ext cx="2785186" cy="4284296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Case Study</a:t>
          </a:r>
        </a:p>
      </dsp:txBody>
      <dsp:txXfrm rot="16200000">
        <a:off x="1405272" y="1478047"/>
        <a:ext cx="3513123" cy="557037"/>
      </dsp:txXfrm>
    </dsp:sp>
    <dsp:sp modelId="{3D133B63-02F8-4A93-9FCE-1AD18FE0D7D1}">
      <dsp:nvSpPr>
        <dsp:cNvPr id="0" name=""/>
        <dsp:cNvSpPr/>
      </dsp:nvSpPr>
      <dsp:spPr>
        <a:xfrm rot="5400000">
          <a:off x="2651655" y="2656279"/>
          <a:ext cx="491170" cy="41777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A8C26-9FCB-4D63-9D22-B4EC951A2621}">
      <dsp:nvSpPr>
        <dsp:cNvPr id="0" name=""/>
        <dsp:cNvSpPr/>
      </dsp:nvSpPr>
      <dsp:spPr>
        <a:xfrm>
          <a:off x="3440352" y="4"/>
          <a:ext cx="2074963" cy="428429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Public Sector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State of Tennessee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Used ISO/IEC 17799 (27002)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Policies and frameworks covered all information asset owned, leased,  or controlled by the State of Tennessee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3440352" y="4"/>
        <a:ext cx="2074963" cy="4284296"/>
      </dsp:txXfrm>
    </dsp:sp>
    <dsp:sp modelId="{3A663481-A3FF-412B-99AF-C549189A0616}">
      <dsp:nvSpPr>
        <dsp:cNvPr id="0" name=""/>
        <dsp:cNvSpPr/>
      </dsp:nvSpPr>
      <dsp:spPr>
        <a:xfrm>
          <a:off x="5765983" y="4"/>
          <a:ext cx="2785186" cy="4258193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Case Study</a:t>
          </a:r>
        </a:p>
      </dsp:txBody>
      <dsp:txXfrm rot="16200000">
        <a:off x="4298642" y="1467345"/>
        <a:ext cx="3491718" cy="557037"/>
      </dsp:txXfrm>
    </dsp:sp>
    <dsp:sp modelId="{C16954F9-681F-48CE-9E7C-53EF579B0E6E}">
      <dsp:nvSpPr>
        <dsp:cNvPr id="0" name=""/>
        <dsp:cNvSpPr/>
      </dsp:nvSpPr>
      <dsp:spPr>
        <a:xfrm rot="5400000">
          <a:off x="5534323" y="2656279"/>
          <a:ext cx="491170" cy="41777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8DD31-8D41-45A0-8D56-D36DF20671C7}">
      <dsp:nvSpPr>
        <dsp:cNvPr id="0" name=""/>
        <dsp:cNvSpPr/>
      </dsp:nvSpPr>
      <dsp:spPr>
        <a:xfrm>
          <a:off x="6323020" y="4"/>
          <a:ext cx="2074963" cy="425819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Critical Infrastructure Protection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Verizon Inc.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network stopped working and the financial markets stopped operating as well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85% of network was privately held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Used National Infrastructure Protection Plan (NIPP) framework </a:t>
          </a:r>
        </a:p>
      </dsp:txBody>
      <dsp:txXfrm>
        <a:off x="6323020" y="4"/>
        <a:ext cx="2074963" cy="42581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159C6-ACBA-41A5-84EA-74BDECDB790B}">
      <dsp:nvSpPr>
        <dsp:cNvPr id="0" name=""/>
        <dsp:cNvSpPr/>
      </dsp:nvSpPr>
      <dsp:spPr>
        <a:xfrm>
          <a:off x="2583258" y="-92867"/>
          <a:ext cx="2606459" cy="1462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Assess policies and standards and make </a:t>
          </a:r>
          <a:r>
            <a:rPr lang="en-US" sz="1800" kern="1200" dirty="0"/>
            <a:t>recommendations </a:t>
          </a:r>
          <a:r>
            <a:rPr lang="en-US" sz="1800" b="0" kern="1200" dirty="0"/>
            <a:t>for change</a:t>
          </a:r>
        </a:p>
      </dsp:txBody>
      <dsp:txXfrm>
        <a:off x="2654632" y="-21493"/>
        <a:ext cx="2463711" cy="1319353"/>
      </dsp:txXfrm>
    </dsp:sp>
    <dsp:sp modelId="{A374BDCB-C8DF-4CEF-A12B-5A81EE836F8D}">
      <dsp:nvSpPr>
        <dsp:cNvPr id="0" name=""/>
        <dsp:cNvSpPr/>
      </dsp:nvSpPr>
      <dsp:spPr>
        <a:xfrm>
          <a:off x="1919600" y="729136"/>
          <a:ext cx="4092220" cy="4092220"/>
        </a:xfrm>
        <a:custGeom>
          <a:avLst/>
          <a:gdLst/>
          <a:ahLst/>
          <a:cxnLst/>
          <a:rect l="0" t="0" r="0" b="0"/>
          <a:pathLst>
            <a:path>
              <a:moveTo>
                <a:pt x="3337179" y="458751"/>
              </a:moveTo>
              <a:arcTo wR="2046110" hR="2046110" stAng="18547380" swAng="42988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00D2CE-8D51-4727-9827-597A2FE97B51}">
      <dsp:nvSpPr>
        <dsp:cNvPr id="0" name=""/>
        <dsp:cNvSpPr/>
      </dsp:nvSpPr>
      <dsp:spPr>
        <a:xfrm>
          <a:off x="4529201" y="1423972"/>
          <a:ext cx="2606459" cy="1462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Coordinate requests for </a:t>
          </a:r>
          <a:r>
            <a:rPr lang="en-US" sz="1800" kern="1200" dirty="0"/>
            <a:t>change </a:t>
          </a:r>
          <a:r>
            <a:rPr lang="en-US" sz="1800" b="0" kern="1200" dirty="0"/>
            <a:t>(RFC’s)</a:t>
          </a:r>
        </a:p>
      </dsp:txBody>
      <dsp:txXfrm>
        <a:off x="4600575" y="1495346"/>
        <a:ext cx="2463711" cy="1319353"/>
      </dsp:txXfrm>
    </dsp:sp>
    <dsp:sp modelId="{C21EF7AC-608F-4D22-B7CB-EA4246ED6721}">
      <dsp:nvSpPr>
        <dsp:cNvPr id="0" name=""/>
        <dsp:cNvSpPr/>
      </dsp:nvSpPr>
      <dsp:spPr>
        <a:xfrm>
          <a:off x="1797091" y="494021"/>
          <a:ext cx="4092220" cy="4092220"/>
        </a:xfrm>
        <a:custGeom>
          <a:avLst/>
          <a:gdLst/>
          <a:ahLst/>
          <a:cxnLst/>
          <a:rect l="0" t="0" r="0" b="0"/>
          <a:pathLst>
            <a:path>
              <a:moveTo>
                <a:pt x="4050959" y="2454945"/>
              </a:moveTo>
              <a:arcTo wR="2046110" hR="2046110" stAng="691553" swAng="32310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9264E-1F20-43B4-BA30-0A7AEAC5C014}">
      <dsp:nvSpPr>
        <dsp:cNvPr id="0" name=""/>
        <dsp:cNvSpPr/>
      </dsp:nvSpPr>
      <dsp:spPr>
        <a:xfrm>
          <a:off x="4058147" y="3196238"/>
          <a:ext cx="2606459" cy="1462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Ensure that changes to existing policies and standards </a:t>
          </a:r>
          <a:r>
            <a:rPr lang="en-US" sz="1800" kern="1200" dirty="0"/>
            <a:t>support </a:t>
          </a:r>
          <a:r>
            <a:rPr lang="en-US" sz="1800" b="0" kern="1200" dirty="0"/>
            <a:t>the organization’s mission and goals</a:t>
          </a:r>
        </a:p>
      </dsp:txBody>
      <dsp:txXfrm>
        <a:off x="4129521" y="3267612"/>
        <a:ext cx="2463711" cy="1319353"/>
      </dsp:txXfrm>
    </dsp:sp>
    <dsp:sp modelId="{C58B3DB5-4DB0-4FC2-B4AD-715A651746D6}">
      <dsp:nvSpPr>
        <dsp:cNvPr id="0" name=""/>
        <dsp:cNvSpPr/>
      </dsp:nvSpPr>
      <dsp:spPr>
        <a:xfrm>
          <a:off x="2035893" y="482718"/>
          <a:ext cx="4092220" cy="4092220"/>
        </a:xfrm>
        <a:custGeom>
          <a:avLst/>
          <a:gdLst/>
          <a:ahLst/>
          <a:cxnLst/>
          <a:rect l="0" t="0" r="0" b="0"/>
          <a:pathLst>
            <a:path>
              <a:moveTo>
                <a:pt x="1961312" y="4090462"/>
              </a:moveTo>
              <a:arcTo wR="2046110" hR="2046110" stAng="5542512" swAng="30776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9841A9-F06E-464A-8B69-A91462DCAB15}">
      <dsp:nvSpPr>
        <dsp:cNvPr id="0" name=""/>
        <dsp:cNvSpPr/>
      </dsp:nvSpPr>
      <dsp:spPr>
        <a:xfrm>
          <a:off x="1147995" y="3196234"/>
          <a:ext cx="2606459" cy="1462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Review requested </a:t>
          </a:r>
          <a:r>
            <a:rPr lang="en-US" sz="1800" kern="1200" dirty="0"/>
            <a:t>changes </a:t>
          </a:r>
          <a:r>
            <a:rPr lang="en-US" sz="1800" b="0" kern="1200" dirty="0"/>
            <a:t>to the policy framework</a:t>
          </a:r>
        </a:p>
      </dsp:txBody>
      <dsp:txXfrm>
        <a:off x="1219369" y="3267608"/>
        <a:ext cx="2463711" cy="1319353"/>
      </dsp:txXfrm>
    </dsp:sp>
    <dsp:sp modelId="{628483EB-9112-47DE-8501-227355621030}">
      <dsp:nvSpPr>
        <dsp:cNvPr id="0" name=""/>
        <dsp:cNvSpPr/>
      </dsp:nvSpPr>
      <dsp:spPr>
        <a:xfrm>
          <a:off x="1845254" y="317353"/>
          <a:ext cx="4092220" cy="4092220"/>
        </a:xfrm>
        <a:custGeom>
          <a:avLst/>
          <a:gdLst/>
          <a:ahLst/>
          <a:cxnLst/>
          <a:rect l="0" t="0" r="0" b="0"/>
          <a:pathLst>
            <a:path>
              <a:moveTo>
                <a:pt x="151339" y="2818385"/>
              </a:moveTo>
              <a:arcTo wR="2046110" hR="2046110" stAng="9469503" swAng="33210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2BB8DB-2439-4334-A7BC-26EF2AA70FD5}">
      <dsp:nvSpPr>
        <dsp:cNvPr id="0" name=""/>
        <dsp:cNvSpPr/>
      </dsp:nvSpPr>
      <dsp:spPr>
        <a:xfrm>
          <a:off x="637315" y="1423972"/>
          <a:ext cx="2606459" cy="1462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Establish a change </a:t>
          </a:r>
          <a:r>
            <a:rPr lang="en-US" sz="1800" kern="1200" dirty="0"/>
            <a:t>management </a:t>
          </a:r>
          <a:r>
            <a:rPr lang="en-US" sz="1800" b="0" kern="1200" dirty="0"/>
            <a:t>process for policies and standards</a:t>
          </a:r>
        </a:p>
      </dsp:txBody>
      <dsp:txXfrm>
        <a:off x="708689" y="1495346"/>
        <a:ext cx="2463711" cy="1319353"/>
      </dsp:txXfrm>
    </dsp:sp>
    <dsp:sp modelId="{A46A6EB6-E6A5-4256-8601-E07DC76175BE}">
      <dsp:nvSpPr>
        <dsp:cNvPr id="0" name=""/>
        <dsp:cNvSpPr/>
      </dsp:nvSpPr>
      <dsp:spPr>
        <a:xfrm>
          <a:off x="1761155" y="729136"/>
          <a:ext cx="4092220" cy="4092220"/>
        </a:xfrm>
        <a:custGeom>
          <a:avLst/>
          <a:gdLst/>
          <a:ahLst/>
          <a:cxnLst/>
          <a:rect l="0" t="0" r="0" b="0"/>
          <a:pathLst>
            <a:path>
              <a:moveTo>
                <a:pt x="567143" y="632171"/>
              </a:moveTo>
              <a:arcTo wR="2046110" hR="2046110" stAng="13422738" swAng="42988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FD8E7-2E63-4950-A004-36AE58D9069B}">
      <dsp:nvSpPr>
        <dsp:cNvPr id="0" name=""/>
        <dsp:cNvSpPr/>
      </dsp:nvSpPr>
      <dsp:spPr>
        <a:xfrm>
          <a:off x="0" y="0"/>
          <a:ext cx="6389603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Updates and revisions</a:t>
          </a:r>
        </a:p>
      </dsp:txBody>
      <dsp:txXfrm>
        <a:off x="29163" y="29163"/>
        <a:ext cx="5231015" cy="937385"/>
      </dsp:txXfrm>
    </dsp:sp>
    <dsp:sp modelId="{ADE738E1-91A2-47AB-A6B4-D509378AAC9A}">
      <dsp:nvSpPr>
        <dsp:cNvPr id="0" name=""/>
        <dsp:cNvSpPr/>
      </dsp:nvSpPr>
      <dsp:spPr>
        <a:xfrm>
          <a:off x="535129" y="1176750"/>
          <a:ext cx="6389603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Exceptions and waivers</a:t>
          </a:r>
        </a:p>
      </dsp:txBody>
      <dsp:txXfrm>
        <a:off x="564292" y="1205913"/>
        <a:ext cx="5148935" cy="937385"/>
      </dsp:txXfrm>
    </dsp:sp>
    <dsp:sp modelId="{B5910A5C-B1C6-41B7-865E-E57DCABB1D6B}">
      <dsp:nvSpPr>
        <dsp:cNvPr id="0" name=""/>
        <dsp:cNvSpPr/>
      </dsp:nvSpPr>
      <dsp:spPr>
        <a:xfrm>
          <a:off x="1062271" y="2353500"/>
          <a:ext cx="6389603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Request from users and management</a:t>
          </a:r>
        </a:p>
      </dsp:txBody>
      <dsp:txXfrm>
        <a:off x="1091434" y="2382663"/>
        <a:ext cx="5156922" cy="937385"/>
      </dsp:txXfrm>
    </dsp:sp>
    <dsp:sp modelId="{B4AA3427-C7D9-4298-A6EB-B4B1FD678F02}">
      <dsp:nvSpPr>
        <dsp:cNvPr id="0" name=""/>
        <dsp:cNvSpPr/>
      </dsp:nvSpPr>
      <dsp:spPr>
        <a:xfrm>
          <a:off x="1553056" y="3530251"/>
          <a:ext cx="6389603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Changes to the organization</a:t>
          </a:r>
        </a:p>
      </dsp:txBody>
      <dsp:txXfrm>
        <a:off x="1582219" y="3559414"/>
        <a:ext cx="5148935" cy="937385"/>
      </dsp:txXfrm>
    </dsp:sp>
    <dsp:sp modelId="{FDE9DEA7-E99C-4F6B-9A6A-58A8287D4C4B}">
      <dsp:nvSpPr>
        <dsp:cNvPr id="0" name=""/>
        <dsp:cNvSpPr/>
      </dsp:nvSpPr>
      <dsp:spPr>
        <a:xfrm>
          <a:off x="5742390" y="762624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888013" y="762624"/>
        <a:ext cx="355966" cy="487027"/>
      </dsp:txXfrm>
    </dsp:sp>
    <dsp:sp modelId="{5DBFDD61-280E-4F78-B874-46FE83FE454B}">
      <dsp:nvSpPr>
        <dsp:cNvPr id="0" name=""/>
        <dsp:cNvSpPr/>
      </dsp:nvSpPr>
      <dsp:spPr>
        <a:xfrm>
          <a:off x="6277519" y="1939375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23142" y="1939375"/>
        <a:ext cx="355966" cy="487027"/>
      </dsp:txXfrm>
    </dsp:sp>
    <dsp:sp modelId="{E97C30C7-C633-45FF-B716-AAFF328B173B}">
      <dsp:nvSpPr>
        <dsp:cNvPr id="0" name=""/>
        <dsp:cNvSpPr/>
      </dsp:nvSpPr>
      <dsp:spPr>
        <a:xfrm>
          <a:off x="6804662" y="3116125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950285" y="3116125"/>
        <a:ext cx="355966" cy="487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#1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DF5EEE38-6632-441D-AB4F-D1D2170D201A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4C0CDBF7-B913-47C1-9C0E-C4BE208738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711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8542E3F-1351-434C-9E0F-B740FE4CCDCC}" type="datetime1">
              <a:rPr lang="en-US"/>
              <a:pPr>
                <a:defRPr/>
              </a:pPr>
              <a:t>9/22/2023</a:t>
            </a:fld>
            <a:endParaRPr lang="en-US" dirty="0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(c) ITT Educational Services, Inc.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C72156-6526-4D35-881D-21C38CB389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4393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36D0ECB-94C5-4216-B54F-0FE367700268}" type="slidenum">
              <a:rPr lang="en-US" smtClean="0">
                <a:latin typeface="Times New Roman" pitchFamily="18" charset="0"/>
              </a:rPr>
              <a:pPr eaLnBrk="1" hangingPunct="1"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1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6191E65-7A1D-419A-BC4A-E408CFDC980A}" type="slidenum">
              <a:rPr lang="en-US" smtClean="0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62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bg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19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133600"/>
            <a:ext cx="7086600" cy="584775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5840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812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2133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bg2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304800"/>
            <a:ext cx="82994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95400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0966" name="Text Box 6"/>
          <p:cNvSpPr txBox="1">
            <a:spLocks noChangeArrowheads="1"/>
          </p:cNvSpPr>
          <p:nvPr/>
        </p:nvSpPr>
        <p:spPr bwMode="auto">
          <a:xfrm>
            <a:off x="8382000" y="6496050"/>
            <a:ext cx="5810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800" dirty="0">
                <a:solidFill>
                  <a:schemeClr val="bg1"/>
                </a:solidFill>
              </a:rPr>
              <a:t>Page </a:t>
            </a:r>
            <a:fld id="{E4EBB4DF-9C1F-4AE3-883D-7EC339925B29}" type="slidenum">
              <a:rPr lang="en-US" sz="800">
                <a:solidFill>
                  <a:schemeClr val="bg1"/>
                </a:solidFill>
              </a:rPr>
              <a:pPr eaLnBrk="0" hangingPunct="0">
                <a:defRPr/>
              </a:p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6" r:id="rId2"/>
    <p:sldLayoutId id="214748403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407A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 b="1">
          <a:solidFill>
            <a:srgbClr val="00407A"/>
          </a:solidFill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1775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85000"/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400">
          <a:solidFill>
            <a:schemeClr val="tx1"/>
          </a:solidFill>
          <a:latin typeface="+mn-lt"/>
        </a:defRPr>
      </a:lvl3pPr>
      <a:lvl4pPr marL="1544638" indent="-173038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SzPct val="90000"/>
        <a:buChar char="›"/>
        <a:defRPr sz="1200">
          <a:solidFill>
            <a:schemeClr val="tx1"/>
          </a:solidFill>
          <a:latin typeface="+mn-lt"/>
        </a:defRPr>
      </a:lvl4pPr>
      <a:lvl5pPr marL="20526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000">
          <a:solidFill>
            <a:schemeClr val="tx1"/>
          </a:solidFill>
          <a:latin typeface="+mn-lt"/>
        </a:defRPr>
      </a:lvl5pPr>
      <a:lvl6pPr marL="25098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6pPr>
      <a:lvl7pPr marL="29670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7pPr>
      <a:lvl8pPr marL="34242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8pPr>
      <a:lvl9pPr marL="3881438" indent="-222250" algn="l" rtl="0" eaLnBrk="0" fontAlgn="base" hangingPunct="0">
        <a:spcBef>
          <a:spcPct val="20000"/>
        </a:spcBef>
        <a:spcAft>
          <a:spcPct val="0"/>
        </a:spcAft>
        <a:buClr>
          <a:srgbClr val="ED6E2E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01638" y="2133600"/>
            <a:ext cx="8348662" cy="3588675"/>
          </a:xfrm>
        </p:spPr>
        <p:txBody>
          <a:bodyPr/>
          <a:lstStyle/>
          <a:p>
            <a:pPr algn="ctr"/>
            <a:r>
              <a:rPr lang="en-US" sz="3600" b="1" dirty="0"/>
              <a:t>IAP301 Policy Development in Information Assurance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Lecture 3. Policies, Standards, Procedures, and Guidelines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6BACDF-B21C-DB68-B209-3C38A965C0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68370"/>
            <a:ext cx="1429406" cy="589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Learning Objective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539750" y="1524000"/>
            <a:ext cx="8299450" cy="4419600"/>
          </a:xfrm>
        </p:spPr>
        <p:txBody>
          <a:bodyPr/>
          <a:lstStyle/>
          <a:p>
            <a:r>
              <a:rPr lang="en-US" sz="3200"/>
              <a:t>Describe the components and basic requirements for creating a security policy framework.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Key Concepts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Key building blocks of security policy framework</a:t>
            </a:r>
          </a:p>
          <a:p>
            <a:r>
              <a:rPr lang="en-US" sz="2800"/>
              <a:t>Types of documents for a security policy framework</a:t>
            </a:r>
          </a:p>
          <a:p>
            <a:r>
              <a:rPr lang="en-US" sz="2800"/>
              <a:t>Information systems security (ISS) and information assurance considerations</a:t>
            </a:r>
          </a:p>
          <a:p>
            <a:r>
              <a:rPr lang="en-US" sz="2800"/>
              <a:t>Process to create a security policy framework </a:t>
            </a:r>
          </a:p>
          <a:p>
            <a:r>
              <a:rPr lang="en-US" sz="2800"/>
              <a:t>Best practices for policy management and maintenance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CONCEPTS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835024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Security Controls</a:t>
            </a:r>
          </a:p>
        </p:txBody>
      </p:sp>
      <p:grpSp>
        <p:nvGrpSpPr>
          <p:cNvPr id="7171" name="Group 14"/>
          <p:cNvGrpSpPr>
            <a:grpSpLocks/>
          </p:cNvGrpSpPr>
          <p:nvPr/>
        </p:nvGrpSpPr>
        <p:grpSpPr bwMode="auto">
          <a:xfrm>
            <a:off x="539750" y="1527175"/>
            <a:ext cx="8299450" cy="4422775"/>
            <a:chOff x="228600" y="1219200"/>
            <a:chExt cx="8763000" cy="4876800"/>
          </a:xfrm>
        </p:grpSpPr>
        <p:grpSp>
          <p:nvGrpSpPr>
            <p:cNvPr id="7172" name="Group 3"/>
            <p:cNvGrpSpPr>
              <a:grpSpLocks/>
            </p:cNvGrpSpPr>
            <p:nvPr/>
          </p:nvGrpSpPr>
          <p:grpSpPr bwMode="auto">
            <a:xfrm>
              <a:off x="228600" y="1612148"/>
              <a:ext cx="4467275" cy="4483852"/>
              <a:chOff x="228600" y="2282455"/>
              <a:chExt cx="4953055" cy="3431373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2103763" y="2281809"/>
                <a:ext cx="1174532" cy="681850"/>
              </a:xfrm>
              <a:custGeom>
                <a:avLst/>
                <a:gdLst>
                  <a:gd name="connsiteX0" fmla="*/ 0 w 1172412"/>
                  <a:gd name="connsiteY0" fmla="*/ 805145 h 805145"/>
                  <a:gd name="connsiteX1" fmla="*/ 509133 w 1172412"/>
                  <a:gd name="connsiteY1" fmla="*/ 0 h 805145"/>
                  <a:gd name="connsiteX2" fmla="*/ 663279 w 1172412"/>
                  <a:gd name="connsiteY2" fmla="*/ 0 h 805145"/>
                  <a:gd name="connsiteX3" fmla="*/ 1172412 w 1172412"/>
                  <a:gd name="connsiteY3" fmla="*/ 805145 h 805145"/>
                  <a:gd name="connsiteX4" fmla="*/ 0 w 1172412"/>
                  <a:gd name="connsiteY4" fmla="*/ 805145 h 805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2412" h="805145">
                    <a:moveTo>
                      <a:pt x="0" y="805145"/>
                    </a:moveTo>
                    <a:lnTo>
                      <a:pt x="509133" y="0"/>
                    </a:lnTo>
                    <a:lnTo>
                      <a:pt x="663279" y="0"/>
                    </a:lnTo>
                    <a:lnTo>
                      <a:pt x="1172412" y="805145"/>
                    </a:lnTo>
                    <a:lnTo>
                      <a:pt x="0" y="805145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4450" tIns="44450" rIns="44450" bIns="44450" spcCol="1270" anchor="ctr"/>
              <a:lstStyle/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en-US" sz="2400" dirty="0"/>
              </a:p>
              <a:p>
                <a:pPr algn="ctr" defTabSz="15557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Policy</a:t>
                </a: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468178" y="3329365"/>
                <a:ext cx="2475437" cy="527797"/>
              </a:xfrm>
              <a:custGeom>
                <a:avLst/>
                <a:gdLst>
                  <a:gd name="connsiteX0" fmla="*/ 0 w 2476500"/>
                  <a:gd name="connsiteY0" fmla="*/ 412530 h 412530"/>
                  <a:gd name="connsiteX1" fmla="*/ 260863 w 2476500"/>
                  <a:gd name="connsiteY1" fmla="*/ 0 h 412530"/>
                  <a:gd name="connsiteX2" fmla="*/ 2215637 w 2476500"/>
                  <a:gd name="connsiteY2" fmla="*/ 0 h 412530"/>
                  <a:gd name="connsiteX3" fmla="*/ 2476500 w 2476500"/>
                  <a:gd name="connsiteY3" fmla="*/ 412530 h 412530"/>
                  <a:gd name="connsiteX4" fmla="*/ 0 w 2476500"/>
                  <a:gd name="connsiteY4" fmla="*/ 412530 h 412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500" h="412530">
                    <a:moveTo>
                      <a:pt x="0" y="412530"/>
                    </a:moveTo>
                    <a:lnTo>
                      <a:pt x="260863" y="0"/>
                    </a:lnTo>
                    <a:lnTo>
                      <a:pt x="2215637" y="0"/>
                    </a:lnTo>
                    <a:lnTo>
                      <a:pt x="2476500" y="412530"/>
                    </a:lnTo>
                    <a:lnTo>
                      <a:pt x="0" y="412530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462597" tIns="29210" rIns="462598" bIns="2921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Standards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847460" y="4184021"/>
                <a:ext cx="3715013" cy="589418"/>
              </a:xfrm>
              <a:custGeom>
                <a:avLst/>
                <a:gdLst>
                  <a:gd name="connsiteX0" fmla="*/ 0 w 3714750"/>
                  <a:gd name="connsiteY0" fmla="*/ 385428 h 385428"/>
                  <a:gd name="connsiteX1" fmla="*/ 243725 w 3714750"/>
                  <a:gd name="connsiteY1" fmla="*/ 0 h 385428"/>
                  <a:gd name="connsiteX2" fmla="*/ 3471025 w 3714750"/>
                  <a:gd name="connsiteY2" fmla="*/ 0 h 385428"/>
                  <a:gd name="connsiteX3" fmla="*/ 3714750 w 3714750"/>
                  <a:gd name="connsiteY3" fmla="*/ 385428 h 385428"/>
                  <a:gd name="connsiteX4" fmla="*/ 0 w 3714750"/>
                  <a:gd name="connsiteY4" fmla="*/ 385428 h 385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4750" h="385428">
                    <a:moveTo>
                      <a:pt x="0" y="385428"/>
                    </a:moveTo>
                    <a:lnTo>
                      <a:pt x="243725" y="0"/>
                    </a:lnTo>
                    <a:lnTo>
                      <a:pt x="3471025" y="0"/>
                    </a:lnTo>
                    <a:lnTo>
                      <a:pt x="3714750" y="385428"/>
                    </a:lnTo>
                    <a:lnTo>
                      <a:pt x="0" y="385428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679291" tIns="29210" rIns="679292" bIns="2921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dirty="0"/>
                  <a:t>Procedures</a:t>
                </a:r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228600" y="5129769"/>
                <a:ext cx="4952733" cy="584059"/>
              </a:xfrm>
              <a:custGeom>
                <a:avLst/>
                <a:gdLst>
                  <a:gd name="connsiteX0" fmla="*/ 0 w 4953000"/>
                  <a:gd name="connsiteY0" fmla="*/ 459222 h 459222"/>
                  <a:gd name="connsiteX1" fmla="*/ 290389 w 4953000"/>
                  <a:gd name="connsiteY1" fmla="*/ 0 h 459222"/>
                  <a:gd name="connsiteX2" fmla="*/ 4662611 w 4953000"/>
                  <a:gd name="connsiteY2" fmla="*/ 0 h 459222"/>
                  <a:gd name="connsiteX3" fmla="*/ 4953000 w 4953000"/>
                  <a:gd name="connsiteY3" fmla="*/ 459222 h 459222"/>
                  <a:gd name="connsiteX4" fmla="*/ 0 w 4953000"/>
                  <a:gd name="connsiteY4" fmla="*/ 459222 h 45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3000" h="459222">
                    <a:moveTo>
                      <a:pt x="0" y="459222"/>
                    </a:moveTo>
                    <a:lnTo>
                      <a:pt x="290389" y="0"/>
                    </a:lnTo>
                    <a:lnTo>
                      <a:pt x="4662611" y="0"/>
                    </a:lnTo>
                    <a:lnTo>
                      <a:pt x="4953000" y="459222"/>
                    </a:lnTo>
                    <a:lnTo>
                      <a:pt x="0" y="459222"/>
                    </a:lnTo>
                    <a:close/>
                  </a:path>
                </a:pathLst>
              </a:cu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895984" tIns="29210" rIns="895986" bIns="2921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/>
                  <a:t>Guidelines</a:t>
                </a:r>
                <a:endParaRPr lang="en-US" dirty="0"/>
              </a:p>
            </p:txBody>
          </p:sp>
        </p:grpSp>
        <p:sp>
          <p:nvSpPr>
            <p:cNvPr id="11" name="Line Callout 2 10"/>
            <p:cNvSpPr/>
            <p:nvPr/>
          </p:nvSpPr>
          <p:spPr>
            <a:xfrm>
              <a:off x="5029142" y="1219200"/>
              <a:ext cx="3962458" cy="1426631"/>
            </a:xfrm>
            <a:prstGeom prst="borderCallout2">
              <a:avLst>
                <a:gd name="adj1" fmla="val 49750"/>
                <a:gd name="adj2" fmla="val -418"/>
                <a:gd name="adj3" fmla="val 18750"/>
                <a:gd name="adj4" fmla="val -16667"/>
                <a:gd name="adj5" fmla="val 61384"/>
                <a:gd name="adj6" fmla="val -5759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/>
                <a:t>Defines how an organization performs and conducts business functions and transactions with a desired outcome.</a:t>
              </a:r>
              <a:endParaRPr lang="en-US" dirty="0"/>
            </a:p>
          </p:txBody>
        </p:sp>
        <p:sp>
          <p:nvSpPr>
            <p:cNvPr id="12" name="Line Callout 2 11"/>
            <p:cNvSpPr/>
            <p:nvPr/>
          </p:nvSpPr>
          <p:spPr>
            <a:xfrm>
              <a:off x="5029142" y="2983670"/>
              <a:ext cx="3962458" cy="724693"/>
            </a:xfrm>
            <a:prstGeom prst="borderCallout2">
              <a:avLst>
                <a:gd name="adj1" fmla="val 50750"/>
                <a:gd name="adj2" fmla="val 93"/>
                <a:gd name="adj3" fmla="val 23229"/>
                <a:gd name="adj4" fmla="val -19418"/>
                <a:gd name="adj5" fmla="val 51017"/>
                <a:gd name="adj6" fmla="val -399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/>
                <a:t>An established method implemented organization-wide.</a:t>
              </a:r>
            </a:p>
          </p:txBody>
        </p:sp>
        <p:sp>
          <p:nvSpPr>
            <p:cNvPr id="13" name="Line Callout 2 12"/>
            <p:cNvSpPr/>
            <p:nvPr/>
          </p:nvSpPr>
          <p:spPr>
            <a:xfrm>
              <a:off x="5029142" y="4016446"/>
              <a:ext cx="3962458" cy="801714"/>
            </a:xfrm>
            <a:prstGeom prst="borderCallout2">
              <a:avLst>
                <a:gd name="adj1" fmla="val 37526"/>
                <a:gd name="adj2" fmla="val -5"/>
                <a:gd name="adj3" fmla="val 43619"/>
                <a:gd name="adj4" fmla="val -16274"/>
                <a:gd name="adj5" fmla="val 60292"/>
                <a:gd name="adj6" fmla="val -2482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dirty="0"/>
                <a:t>Steps required to implement a process.</a:t>
              </a:r>
            </a:p>
          </p:txBody>
        </p:sp>
        <p:sp>
          <p:nvSpPr>
            <p:cNvPr id="14" name="Line Callout 2 13"/>
            <p:cNvSpPr/>
            <p:nvPr/>
          </p:nvSpPr>
          <p:spPr>
            <a:xfrm>
              <a:off x="5029142" y="5182256"/>
              <a:ext cx="3962458" cy="913744"/>
            </a:xfrm>
            <a:prstGeom prst="borderCallout2">
              <a:avLst>
                <a:gd name="adj1" fmla="val 37750"/>
                <a:gd name="adj2" fmla="val 172"/>
                <a:gd name="adj3" fmla="val 42847"/>
                <a:gd name="adj4" fmla="val -7217"/>
                <a:gd name="adj5" fmla="val 69143"/>
                <a:gd name="adj6" fmla="val -1135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/>
                <a:t>A parameter within which a policy, standard, or procedure is suggested.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835024"/>
          </a:xfrm>
        </p:spPr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Security Controls</a:t>
            </a:r>
          </a:p>
        </p:txBody>
      </p:sp>
      <p:pic>
        <p:nvPicPr>
          <p:cNvPr id="15" name="Picture 14" descr="A possible access control policy branch of a policy and standards library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5" y="1357746"/>
            <a:ext cx="7744690" cy="4641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7184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15052" y="5500253"/>
            <a:ext cx="8299450" cy="748150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ISO 27002:2013 - IT - Security techniques -  Code of practice for information security controls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5" y="493574"/>
            <a:ext cx="7772400" cy="491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81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68590" y="734290"/>
            <a:ext cx="8299450" cy="858983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Five Pillars of Information Assurance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15" y="1794596"/>
            <a:ext cx="7772400" cy="3831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/>
        </p:nvSpPr>
        <p:spPr>
          <a:xfrm>
            <a:off x="3740150" y="4627563"/>
            <a:ext cx="1973263" cy="1635125"/>
          </a:xfrm>
          <a:custGeom>
            <a:avLst/>
            <a:gdLst>
              <a:gd name="connsiteX0" fmla="*/ 0 w 1973647"/>
              <a:gd name="connsiteY0" fmla="*/ 817293 h 1634586"/>
              <a:gd name="connsiteX1" fmla="*/ 357379 w 1973647"/>
              <a:gd name="connsiteY1" fmla="*/ 187847 h 1634586"/>
              <a:gd name="connsiteX2" fmla="*/ 986826 w 1973647"/>
              <a:gd name="connsiteY2" fmla="*/ 1 h 1634586"/>
              <a:gd name="connsiteX3" fmla="*/ 1616273 w 1973647"/>
              <a:gd name="connsiteY3" fmla="*/ 187848 h 1634586"/>
              <a:gd name="connsiteX4" fmla="*/ 1973650 w 1973647"/>
              <a:gd name="connsiteY4" fmla="*/ 817295 h 1634586"/>
              <a:gd name="connsiteX5" fmla="*/ 1616272 w 1973647"/>
              <a:gd name="connsiteY5" fmla="*/ 1446742 h 1634586"/>
              <a:gd name="connsiteX6" fmla="*/ 986825 w 1973647"/>
              <a:gd name="connsiteY6" fmla="*/ 1634588 h 1634586"/>
              <a:gd name="connsiteX7" fmla="*/ 357378 w 1973647"/>
              <a:gd name="connsiteY7" fmla="*/ 1446741 h 1634586"/>
              <a:gd name="connsiteX8" fmla="*/ 1 w 1973647"/>
              <a:gd name="connsiteY8" fmla="*/ 817294 h 1634586"/>
              <a:gd name="connsiteX9" fmla="*/ 0 w 1973647"/>
              <a:gd name="connsiteY9" fmla="*/ 817293 h 163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3647" h="1634586">
                <a:moveTo>
                  <a:pt x="0" y="817293"/>
                </a:moveTo>
                <a:cubicBezTo>
                  <a:pt x="0" y="573869"/>
                  <a:pt x="131015" y="343115"/>
                  <a:pt x="357379" y="187847"/>
                </a:cubicBezTo>
                <a:cubicBezTo>
                  <a:pt x="534382" y="66437"/>
                  <a:pt x="757000" y="1"/>
                  <a:pt x="986826" y="1"/>
                </a:cubicBezTo>
                <a:cubicBezTo>
                  <a:pt x="1216652" y="1"/>
                  <a:pt x="1439270" y="66438"/>
                  <a:pt x="1616273" y="187848"/>
                </a:cubicBezTo>
                <a:cubicBezTo>
                  <a:pt x="1842636" y="343116"/>
                  <a:pt x="1973650" y="573871"/>
                  <a:pt x="1973650" y="817295"/>
                </a:cubicBezTo>
                <a:cubicBezTo>
                  <a:pt x="1973650" y="1060719"/>
                  <a:pt x="1842635" y="1291474"/>
                  <a:pt x="1616272" y="1446742"/>
                </a:cubicBezTo>
                <a:cubicBezTo>
                  <a:pt x="1439269" y="1568152"/>
                  <a:pt x="1216651" y="1634589"/>
                  <a:pt x="986825" y="1634588"/>
                </a:cubicBezTo>
                <a:cubicBezTo>
                  <a:pt x="756999" y="1634588"/>
                  <a:pt x="534381" y="1568151"/>
                  <a:pt x="357378" y="1446741"/>
                </a:cubicBezTo>
                <a:cubicBezTo>
                  <a:pt x="131015" y="1291473"/>
                  <a:pt x="1" y="1060718"/>
                  <a:pt x="1" y="817294"/>
                </a:cubicBezTo>
                <a:lnTo>
                  <a:pt x="0" y="81729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00464" tIns="250809" rIns="300464" bIns="250809" spcCol="1270" anchor="ctr"/>
          <a:lstStyle/>
          <a:p>
            <a:pPr algn="ctr" defTabSz="8001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dirty="0"/>
              <a:t>Security Policy Framework</a:t>
            </a:r>
          </a:p>
        </p:txBody>
      </p:sp>
      <p:sp>
        <p:nvSpPr>
          <p:cNvPr id="14" name="Left Arrow 13"/>
          <p:cNvSpPr/>
          <p:nvPr/>
        </p:nvSpPr>
        <p:spPr>
          <a:xfrm rot="19416193">
            <a:off x="5468938" y="4381500"/>
            <a:ext cx="2125662" cy="650875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Information Systems Security and Information Assurance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0" name="Left Arrow 9"/>
          <p:cNvSpPr/>
          <p:nvPr/>
        </p:nvSpPr>
        <p:spPr>
          <a:xfrm rot="12788567">
            <a:off x="1654175" y="4344988"/>
            <a:ext cx="2306638" cy="650875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09588" y="1676400"/>
            <a:ext cx="3594100" cy="3081338"/>
          </a:xfrm>
          <a:custGeom>
            <a:avLst/>
            <a:gdLst>
              <a:gd name="connsiteX0" fmla="*/ 0 w 3770009"/>
              <a:gd name="connsiteY0" fmla="*/ 302780 h 3027804"/>
              <a:gd name="connsiteX1" fmla="*/ 88683 w 3770009"/>
              <a:gd name="connsiteY1" fmla="*/ 88682 h 3027804"/>
              <a:gd name="connsiteX2" fmla="*/ 302781 w 3770009"/>
              <a:gd name="connsiteY2" fmla="*/ 0 h 3027804"/>
              <a:gd name="connsiteX3" fmla="*/ 3467229 w 3770009"/>
              <a:gd name="connsiteY3" fmla="*/ 0 h 3027804"/>
              <a:gd name="connsiteX4" fmla="*/ 3681327 w 3770009"/>
              <a:gd name="connsiteY4" fmla="*/ 88683 h 3027804"/>
              <a:gd name="connsiteX5" fmla="*/ 3770009 w 3770009"/>
              <a:gd name="connsiteY5" fmla="*/ 302781 h 3027804"/>
              <a:gd name="connsiteX6" fmla="*/ 3770009 w 3770009"/>
              <a:gd name="connsiteY6" fmla="*/ 2725024 h 3027804"/>
              <a:gd name="connsiteX7" fmla="*/ 3681327 w 3770009"/>
              <a:gd name="connsiteY7" fmla="*/ 2939122 h 3027804"/>
              <a:gd name="connsiteX8" fmla="*/ 3467229 w 3770009"/>
              <a:gd name="connsiteY8" fmla="*/ 3027804 h 3027804"/>
              <a:gd name="connsiteX9" fmla="*/ 302780 w 3770009"/>
              <a:gd name="connsiteY9" fmla="*/ 3027804 h 3027804"/>
              <a:gd name="connsiteX10" fmla="*/ 88682 w 3770009"/>
              <a:gd name="connsiteY10" fmla="*/ 2939122 h 3027804"/>
              <a:gd name="connsiteX11" fmla="*/ 0 w 3770009"/>
              <a:gd name="connsiteY11" fmla="*/ 2725024 h 3027804"/>
              <a:gd name="connsiteX12" fmla="*/ 0 w 3770009"/>
              <a:gd name="connsiteY12" fmla="*/ 302780 h 302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70009" h="3027804">
                <a:moveTo>
                  <a:pt x="0" y="302780"/>
                </a:moveTo>
                <a:cubicBezTo>
                  <a:pt x="0" y="222478"/>
                  <a:pt x="31900" y="145464"/>
                  <a:pt x="88683" y="88682"/>
                </a:cubicBezTo>
                <a:cubicBezTo>
                  <a:pt x="145465" y="31900"/>
                  <a:pt x="222479" y="0"/>
                  <a:pt x="302781" y="0"/>
                </a:cubicBezTo>
                <a:lnTo>
                  <a:pt x="3467229" y="0"/>
                </a:lnTo>
                <a:cubicBezTo>
                  <a:pt x="3547531" y="0"/>
                  <a:pt x="3624545" y="31900"/>
                  <a:pt x="3681327" y="88683"/>
                </a:cubicBezTo>
                <a:cubicBezTo>
                  <a:pt x="3738109" y="145465"/>
                  <a:pt x="3770009" y="222479"/>
                  <a:pt x="3770009" y="302781"/>
                </a:cubicBezTo>
                <a:lnTo>
                  <a:pt x="3770009" y="2725024"/>
                </a:lnTo>
                <a:cubicBezTo>
                  <a:pt x="3770009" y="2805326"/>
                  <a:pt x="3738109" y="2882340"/>
                  <a:pt x="3681327" y="2939122"/>
                </a:cubicBezTo>
                <a:cubicBezTo>
                  <a:pt x="3624545" y="2995904"/>
                  <a:pt x="3547531" y="3027804"/>
                  <a:pt x="3467229" y="3027804"/>
                </a:cubicBezTo>
                <a:lnTo>
                  <a:pt x="302780" y="3027804"/>
                </a:lnTo>
                <a:cubicBezTo>
                  <a:pt x="222478" y="3027804"/>
                  <a:pt x="145464" y="2995904"/>
                  <a:pt x="88682" y="2939122"/>
                </a:cubicBezTo>
                <a:cubicBezTo>
                  <a:pt x="31900" y="2882340"/>
                  <a:pt x="0" y="2805326"/>
                  <a:pt x="0" y="2725024"/>
                </a:cubicBezTo>
                <a:lnTo>
                  <a:pt x="0" y="3027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22971" tIns="122971" rIns="122971" bIns="122971" spcCol="1270" anchor="ctr"/>
          <a:lstStyle/>
          <a:p>
            <a:pPr defTabSz="8001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b="1" u="sng" dirty="0"/>
              <a:t>Information Assurance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r>
              <a:rPr lang="en-US" dirty="0"/>
              <a:t>Protecting information during  processing and use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r>
              <a:rPr lang="en-US" dirty="0"/>
              <a:t>The 5 Pillars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r>
              <a:rPr lang="en-US" dirty="0"/>
              <a:t>Implementation of appropriate accounting and other integrity controls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r>
              <a:rPr lang="en-US" dirty="0"/>
              <a:t>Development of systems that detect and thwart attempts to perform unauthorized activity</a:t>
            </a:r>
          </a:p>
        </p:txBody>
      </p:sp>
      <p:sp>
        <p:nvSpPr>
          <p:cNvPr id="13" name="Freeform 12"/>
          <p:cNvSpPr/>
          <p:nvPr/>
        </p:nvSpPr>
        <p:spPr>
          <a:xfrm>
            <a:off x="5359400" y="1676400"/>
            <a:ext cx="3594100" cy="3081338"/>
          </a:xfrm>
          <a:custGeom>
            <a:avLst/>
            <a:gdLst>
              <a:gd name="connsiteX0" fmla="*/ 0 w 3593928"/>
              <a:gd name="connsiteY0" fmla="*/ 308172 h 3081721"/>
              <a:gd name="connsiteX1" fmla="*/ 90262 w 3593928"/>
              <a:gd name="connsiteY1" fmla="*/ 90262 h 3081721"/>
              <a:gd name="connsiteX2" fmla="*/ 308173 w 3593928"/>
              <a:gd name="connsiteY2" fmla="*/ 1 h 3081721"/>
              <a:gd name="connsiteX3" fmla="*/ 3285756 w 3593928"/>
              <a:gd name="connsiteY3" fmla="*/ 0 h 3081721"/>
              <a:gd name="connsiteX4" fmla="*/ 3503666 w 3593928"/>
              <a:gd name="connsiteY4" fmla="*/ 90262 h 3081721"/>
              <a:gd name="connsiteX5" fmla="*/ 3593927 w 3593928"/>
              <a:gd name="connsiteY5" fmla="*/ 308173 h 3081721"/>
              <a:gd name="connsiteX6" fmla="*/ 3593928 w 3593928"/>
              <a:gd name="connsiteY6" fmla="*/ 2773549 h 3081721"/>
              <a:gd name="connsiteX7" fmla="*/ 3503666 w 3593928"/>
              <a:gd name="connsiteY7" fmla="*/ 2991460 h 3081721"/>
              <a:gd name="connsiteX8" fmla="*/ 3285755 w 3593928"/>
              <a:gd name="connsiteY8" fmla="*/ 3081721 h 3081721"/>
              <a:gd name="connsiteX9" fmla="*/ 308172 w 3593928"/>
              <a:gd name="connsiteY9" fmla="*/ 3081721 h 3081721"/>
              <a:gd name="connsiteX10" fmla="*/ 90261 w 3593928"/>
              <a:gd name="connsiteY10" fmla="*/ 2991459 h 3081721"/>
              <a:gd name="connsiteX11" fmla="*/ 0 w 3593928"/>
              <a:gd name="connsiteY11" fmla="*/ 2773548 h 3081721"/>
              <a:gd name="connsiteX12" fmla="*/ 0 w 3593928"/>
              <a:gd name="connsiteY12" fmla="*/ 308172 h 308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3928" h="3081721">
                <a:moveTo>
                  <a:pt x="0" y="308172"/>
                </a:moveTo>
                <a:cubicBezTo>
                  <a:pt x="0" y="226440"/>
                  <a:pt x="32468" y="148055"/>
                  <a:pt x="90262" y="90262"/>
                </a:cubicBezTo>
                <a:cubicBezTo>
                  <a:pt x="148056" y="32469"/>
                  <a:pt x="226440" y="1"/>
                  <a:pt x="308173" y="1"/>
                </a:cubicBezTo>
                <a:lnTo>
                  <a:pt x="3285756" y="0"/>
                </a:lnTo>
                <a:cubicBezTo>
                  <a:pt x="3367488" y="0"/>
                  <a:pt x="3445873" y="32468"/>
                  <a:pt x="3503666" y="90262"/>
                </a:cubicBezTo>
                <a:cubicBezTo>
                  <a:pt x="3561459" y="148056"/>
                  <a:pt x="3593927" y="226440"/>
                  <a:pt x="3593927" y="308173"/>
                </a:cubicBezTo>
                <a:cubicBezTo>
                  <a:pt x="3593927" y="1129965"/>
                  <a:pt x="3593928" y="1951757"/>
                  <a:pt x="3593928" y="2773549"/>
                </a:cubicBezTo>
                <a:cubicBezTo>
                  <a:pt x="3593928" y="2855281"/>
                  <a:pt x="3561460" y="2933666"/>
                  <a:pt x="3503666" y="2991460"/>
                </a:cubicBezTo>
                <a:cubicBezTo>
                  <a:pt x="3445873" y="3049253"/>
                  <a:pt x="3367488" y="3081721"/>
                  <a:pt x="3285755" y="3081721"/>
                </a:cubicBezTo>
                <a:lnTo>
                  <a:pt x="308172" y="3081721"/>
                </a:lnTo>
                <a:cubicBezTo>
                  <a:pt x="226440" y="3081721"/>
                  <a:pt x="148055" y="3049253"/>
                  <a:pt x="90261" y="2991459"/>
                </a:cubicBezTo>
                <a:cubicBezTo>
                  <a:pt x="32468" y="2933665"/>
                  <a:pt x="0" y="2855281"/>
                  <a:pt x="0" y="2773548"/>
                </a:cubicBezTo>
                <a:lnTo>
                  <a:pt x="0" y="30817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24551" tIns="124551" rIns="124551" bIns="124551" spcCol="1270" anchor="ctr"/>
          <a:lstStyle/>
          <a:p>
            <a:pPr defTabSz="8001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b="1" u="sng" dirty="0"/>
              <a:t>ISS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r>
              <a:rPr lang="en-US" dirty="0"/>
              <a:t>Protecting information and the systems  that store and process the information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r>
              <a:rPr lang="en-US" dirty="0"/>
              <a:t>Automation of security controls, where possible</a:t>
            </a:r>
          </a:p>
          <a:p>
            <a:pPr marL="233363" indent="-155575" defTabSz="800100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Assurance of a level of uptime of all systems</a:t>
            </a:r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marL="233363" indent="-155575" defTabSz="800100">
              <a:lnSpc>
                <a:spcPct val="90000"/>
              </a:lnSpc>
              <a:spcAft>
                <a:spcPct val="3500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23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PROCESS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595739"/>
            <a:ext cx="8299450" cy="1510145"/>
          </a:xfrm>
        </p:spPr>
        <p:txBody>
          <a:bodyPr/>
          <a:lstStyle/>
          <a:p>
            <a:r>
              <a:rPr lang="en-US" sz="4000" dirty="0"/>
              <a:t>Three Areas of Policy Planning and Implementation.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632365"/>
            <a:ext cx="8299450" cy="3311236"/>
          </a:xfrm>
        </p:spPr>
        <p:txBody>
          <a:bodyPr/>
          <a:lstStyle/>
          <a:p>
            <a:r>
              <a:rPr lang="en-US" sz="2800" dirty="0"/>
              <a:t>Creating security policy</a:t>
            </a:r>
          </a:p>
          <a:p>
            <a:r>
              <a:rPr lang="en-US" sz="2800" dirty="0"/>
              <a:t>Changing security policy</a:t>
            </a:r>
          </a:p>
          <a:p>
            <a:r>
              <a:rPr lang="en-US" sz="2800" dirty="0"/>
              <a:t>Maintaining security 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3449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568036"/>
            <a:ext cx="8299450" cy="990600"/>
          </a:xfrm>
        </p:spPr>
        <p:txBody>
          <a:bodyPr/>
          <a:lstStyle/>
          <a:p>
            <a:r>
              <a:rPr lang="en-US" sz="4000" dirty="0"/>
              <a:t>Creating Security Policy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147454"/>
            <a:ext cx="8299450" cy="3768435"/>
          </a:xfrm>
        </p:spPr>
        <p:txBody>
          <a:bodyPr/>
          <a:lstStyle/>
          <a:p>
            <a:r>
              <a:rPr lang="en-US" sz="2800" dirty="0"/>
              <a:t>Security policies provide vital support to security professionals, yet few organizations take the time to create decent policies</a:t>
            </a:r>
          </a:p>
          <a:p>
            <a:r>
              <a:rPr lang="en-US" sz="2800" dirty="0"/>
              <a:t>Many organizations just download examples from the web and cut and paste as they see fit.</a:t>
            </a:r>
          </a:p>
          <a:p>
            <a:r>
              <a:rPr lang="en-US" sz="2800" dirty="0"/>
              <a:t>But this create problems later on </a:t>
            </a:r>
            <a:r>
              <a:rPr lang="en-US" sz="2800" dirty="0" err="1"/>
              <a:t>ie</a:t>
            </a:r>
            <a:r>
              <a:rPr lang="en-US" sz="2800" dirty="0"/>
              <a:t>: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22216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457205"/>
            <a:ext cx="8299450" cy="990600"/>
          </a:xfrm>
        </p:spPr>
        <p:txBody>
          <a:bodyPr/>
          <a:lstStyle/>
          <a:p>
            <a:r>
              <a:rPr lang="en-US" sz="4000" dirty="0"/>
              <a:t>A good policy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731818"/>
            <a:ext cx="8299450" cy="4211782"/>
          </a:xfrm>
        </p:spPr>
        <p:txBody>
          <a:bodyPr/>
          <a:lstStyle/>
          <a:p>
            <a:r>
              <a:rPr lang="en-US" sz="2800" dirty="0"/>
              <a:t>should be:</a:t>
            </a:r>
          </a:p>
          <a:p>
            <a:pPr lvl="1"/>
            <a:r>
              <a:rPr lang="en-US" sz="2600" dirty="0"/>
              <a:t>short as possible</a:t>
            </a:r>
          </a:p>
          <a:p>
            <a:pPr lvl="1"/>
            <a:r>
              <a:rPr lang="en-US" sz="2600" dirty="0"/>
              <a:t>relevant to the audience</a:t>
            </a:r>
          </a:p>
          <a:p>
            <a:pPr lvl="1"/>
            <a:r>
              <a:rPr lang="en-US" sz="2600" dirty="0"/>
              <a:t>aligned to the needs of the business</a:t>
            </a:r>
          </a:p>
          <a:p>
            <a:pPr lvl="1"/>
            <a:r>
              <a:rPr lang="en-US" sz="2600" dirty="0"/>
              <a:t>aligned to the legislation and regulatory frameworks in which you operate</a:t>
            </a:r>
          </a:p>
          <a:p>
            <a:pPr lvl="1"/>
            <a:r>
              <a:rPr lang="en-US" sz="2600" dirty="0"/>
              <a:t>should add value to the employee and the overall outcomes and behaviors you are looking to promote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9868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kern="1200" dirty="0">
                <a:solidFill>
                  <a:schemeClr val="tx2"/>
                </a:solidFill>
              </a:rPr>
              <a:t>Process to Create a Security Policy Framework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29" name="Content Placeholder 3"/>
          <p:cNvGraphicFramePr>
            <a:graphicFrameLocks/>
          </p:cNvGraphicFramePr>
          <p:nvPr/>
        </p:nvGraphicFramePr>
        <p:xfrm>
          <a:off x="287383" y="1752601"/>
          <a:ext cx="8551817" cy="4284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207809"/>
            <a:ext cx="8299450" cy="990600"/>
          </a:xfrm>
        </p:spPr>
        <p:txBody>
          <a:bodyPr/>
          <a:lstStyle/>
          <a:p>
            <a:r>
              <a:rPr lang="en-US" sz="3200" dirty="0"/>
              <a:t>Best Practices for Policy Framework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371597"/>
            <a:ext cx="8299450" cy="4973782"/>
          </a:xfrm>
        </p:spPr>
        <p:txBody>
          <a:bodyPr/>
          <a:lstStyle/>
          <a:p>
            <a:r>
              <a:rPr lang="en-US" sz="2600" dirty="0"/>
              <a:t>Your policies need to be highly visible if they are to be effective.</a:t>
            </a:r>
          </a:p>
          <a:p>
            <a:r>
              <a:rPr lang="en-US" sz="2600" dirty="0"/>
              <a:t>To spread the word, you might use:</a:t>
            </a:r>
          </a:p>
          <a:p>
            <a:pPr lvl="1"/>
            <a:r>
              <a:rPr lang="en-US" sz="2400" dirty="0"/>
              <a:t>Presentations</a:t>
            </a:r>
          </a:p>
          <a:p>
            <a:pPr lvl="1"/>
            <a:r>
              <a:rPr lang="en-US" sz="2400" dirty="0"/>
              <a:t>Videos</a:t>
            </a:r>
          </a:p>
          <a:p>
            <a:pPr lvl="1"/>
            <a:r>
              <a:rPr lang="en-US" sz="2400" dirty="0"/>
              <a:t>Panel discussions</a:t>
            </a:r>
          </a:p>
          <a:p>
            <a:pPr lvl="1"/>
            <a:r>
              <a:rPr lang="en-US" sz="2400" dirty="0"/>
              <a:t>Guest speakers</a:t>
            </a:r>
          </a:p>
          <a:p>
            <a:pPr lvl="1"/>
            <a:r>
              <a:rPr lang="en-US" sz="2400" dirty="0"/>
              <a:t>Road shows</a:t>
            </a:r>
          </a:p>
          <a:p>
            <a:pPr lvl="1"/>
            <a:r>
              <a:rPr lang="en-US" sz="2400" dirty="0"/>
              <a:t>Summits</a:t>
            </a:r>
          </a:p>
          <a:p>
            <a:pPr lvl="1"/>
            <a:r>
              <a:rPr lang="en-US" sz="2400" dirty="0"/>
              <a:t>Question/answer forums</a:t>
            </a:r>
          </a:p>
          <a:p>
            <a:pPr lvl="1"/>
            <a:r>
              <a:rPr lang="en-US" sz="2400" dirty="0"/>
              <a:t>Newsletters</a:t>
            </a:r>
          </a:p>
        </p:txBody>
      </p:sp>
    </p:spTree>
    <p:extLst>
      <p:ext uri="{BB962C8B-B14F-4D97-AF65-F5344CB8AC3E}">
        <p14:creationId xmlns:p14="http://schemas.microsoft.com/office/powerpoint/2010/main" val="392640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484915"/>
            <a:ext cx="8299450" cy="1080655"/>
          </a:xfrm>
        </p:spPr>
        <p:txBody>
          <a:bodyPr/>
          <a:lstStyle/>
          <a:p>
            <a:r>
              <a:rPr lang="en-US" sz="4000" dirty="0"/>
              <a:t>Policy Framework-Outline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814945"/>
            <a:ext cx="8299450" cy="4128655"/>
          </a:xfrm>
        </p:spPr>
        <p:txBody>
          <a:bodyPr/>
          <a:lstStyle/>
          <a:p>
            <a:r>
              <a:rPr lang="en-US" sz="2800" dirty="0"/>
              <a:t>The typical information security policy may have the following headings:</a:t>
            </a:r>
          </a:p>
          <a:p>
            <a:r>
              <a:rPr lang="en-US" sz="2800" dirty="0"/>
              <a:t>Document Control</a:t>
            </a:r>
          </a:p>
          <a:p>
            <a:r>
              <a:rPr lang="en-US" sz="2800" dirty="0"/>
              <a:t>Document Location</a:t>
            </a:r>
          </a:p>
          <a:p>
            <a:r>
              <a:rPr lang="en-US" sz="2800" dirty="0"/>
              <a:t>Revision History</a:t>
            </a:r>
          </a:p>
          <a:p>
            <a:r>
              <a:rPr lang="en-US" sz="2800" dirty="0"/>
              <a:t>Approvals</a:t>
            </a:r>
          </a:p>
          <a:p>
            <a:r>
              <a:rPr lang="en-US" sz="2800" dirty="0"/>
              <a:t>Distribution</a:t>
            </a:r>
          </a:p>
          <a:p>
            <a:r>
              <a:rPr lang="en-US" sz="2800" dirty="0"/>
              <a:t>Document History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046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49" y="581898"/>
            <a:ext cx="8465705" cy="1122218"/>
          </a:xfrm>
        </p:spPr>
        <p:txBody>
          <a:bodyPr/>
          <a:lstStyle/>
          <a:p>
            <a:r>
              <a:rPr lang="en-US" sz="4000" dirty="0"/>
              <a:t>Policy Framework-Outline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911927"/>
            <a:ext cx="8299450" cy="4031673"/>
          </a:xfrm>
        </p:spPr>
        <p:txBody>
          <a:bodyPr/>
          <a:lstStyle/>
          <a:p>
            <a:r>
              <a:rPr lang="en-US" sz="2800" dirty="0"/>
              <a:t>Enquiries</a:t>
            </a:r>
          </a:p>
          <a:p>
            <a:r>
              <a:rPr lang="en-US" sz="2800" dirty="0"/>
              <a:t>Introduction and Purpose</a:t>
            </a:r>
          </a:p>
          <a:p>
            <a:r>
              <a:rPr lang="en-US" sz="2800" dirty="0"/>
              <a:t>Scope</a:t>
            </a:r>
          </a:p>
          <a:p>
            <a:r>
              <a:rPr lang="en-US" sz="2800" dirty="0"/>
              <a:t>Your Responsibilities</a:t>
            </a:r>
          </a:p>
          <a:p>
            <a:r>
              <a:rPr lang="en-US" sz="2800" dirty="0"/>
              <a:t>Our Responsibilities</a:t>
            </a:r>
          </a:p>
          <a:p>
            <a:r>
              <a:rPr lang="en-US" sz="2800" dirty="0"/>
              <a:t>Where to find more information</a:t>
            </a:r>
          </a:p>
          <a:p>
            <a:r>
              <a:rPr lang="en-US" sz="2800" dirty="0"/>
              <a:t>Equal Opportunities Impact Assessment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24756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622" y="221680"/>
            <a:ext cx="8465705" cy="1122218"/>
          </a:xfrm>
        </p:spPr>
        <p:txBody>
          <a:bodyPr/>
          <a:lstStyle/>
          <a:p>
            <a:r>
              <a:rPr lang="en-US" sz="4000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136073"/>
            <a:ext cx="8299450" cy="5140036"/>
          </a:xfrm>
        </p:spPr>
        <p:txBody>
          <a:bodyPr/>
          <a:lstStyle/>
          <a:p>
            <a:r>
              <a:rPr lang="en-US" sz="2800" dirty="0"/>
              <a:t>Within an assigned group, research and report on one of the policy framework case studies from the textbook as listed below:</a:t>
            </a:r>
          </a:p>
          <a:p>
            <a:pPr lvl="1"/>
            <a:r>
              <a:rPr lang="en-US" sz="2600" dirty="0"/>
              <a:t>Group 1: Private Sector (147)</a:t>
            </a:r>
          </a:p>
          <a:p>
            <a:pPr lvl="1"/>
            <a:r>
              <a:rPr lang="en-US" sz="2600" dirty="0"/>
              <a:t>Group 2: Public Sector (148)</a:t>
            </a:r>
          </a:p>
          <a:p>
            <a:pPr lvl="1"/>
            <a:r>
              <a:rPr lang="en-US" sz="2600" dirty="0"/>
              <a:t>Group 3: Critical Infrastructure Protection (149)</a:t>
            </a:r>
          </a:p>
          <a:p>
            <a:r>
              <a:rPr lang="en-US" sz="2800" dirty="0"/>
              <a:t>In a PowerPoint presentation (5-7 slides), describe the case, define the security concerns it raises, outline the steps taken to implement a policy framework, and identify any additional steps you would recommend.</a:t>
            </a:r>
          </a:p>
        </p:txBody>
      </p:sp>
    </p:spTree>
    <p:extLst>
      <p:ext uri="{BB962C8B-B14F-4D97-AF65-F5344CB8AC3E}">
        <p14:creationId xmlns:p14="http://schemas.microsoft.com/office/powerpoint/2010/main" val="89929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ROLES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539750" y="304799"/>
            <a:ext cx="8299450" cy="900545"/>
          </a:xfrm>
        </p:spPr>
        <p:txBody>
          <a:bodyPr/>
          <a:lstStyle/>
          <a:p>
            <a:r>
              <a:rPr lang="en-US" sz="4000" dirty="0"/>
              <a:t>The Policy Change Control Board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39750" y="1551709"/>
            <a:ext cx="8299450" cy="4623665"/>
          </a:xfrm>
        </p:spPr>
        <p:txBody>
          <a:bodyPr/>
          <a:lstStyle/>
          <a:p>
            <a:r>
              <a:rPr lang="en-US" sz="2600" dirty="0"/>
              <a:t>The Policy Change Control Board should include representation from the following functional areas of the organization and include (in random order):</a:t>
            </a:r>
          </a:p>
          <a:p>
            <a:pPr lvl="1"/>
            <a:r>
              <a:rPr lang="en-US" sz="2400" dirty="0"/>
              <a:t>Security</a:t>
            </a:r>
          </a:p>
          <a:p>
            <a:pPr lvl="1"/>
            <a:r>
              <a:rPr lang="en-US" sz="2400" dirty="0"/>
              <a:t>Compliance Management</a:t>
            </a:r>
          </a:p>
          <a:p>
            <a:pPr lvl="1"/>
            <a:r>
              <a:rPr lang="en-US" sz="2400" dirty="0"/>
              <a:t>Auditing</a:t>
            </a:r>
          </a:p>
          <a:p>
            <a:pPr lvl="1"/>
            <a:r>
              <a:rPr lang="en-US" sz="2400" dirty="0"/>
              <a:t>Human Resources</a:t>
            </a:r>
          </a:p>
          <a:p>
            <a:pPr lvl="1"/>
            <a:r>
              <a:rPr lang="en-US" sz="2400" dirty="0"/>
              <a:t>Legal</a:t>
            </a:r>
          </a:p>
          <a:p>
            <a:pPr lvl="1"/>
            <a:r>
              <a:rPr lang="en-US" sz="2400" dirty="0"/>
              <a:t>Project Management</a:t>
            </a:r>
          </a:p>
          <a:p>
            <a:pPr lvl="1"/>
            <a:r>
              <a:rPr lang="en-US" sz="2400" dirty="0"/>
              <a:t>Functional Management</a:t>
            </a:r>
          </a:p>
          <a:p>
            <a:pPr>
              <a:buFont typeface="Wingdings" pitchFamily="2" charset="2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539750" y="692727"/>
            <a:ext cx="8299450" cy="900545"/>
          </a:xfrm>
        </p:spPr>
        <p:txBody>
          <a:bodyPr/>
          <a:lstStyle/>
          <a:p>
            <a:r>
              <a:rPr lang="en-US" sz="4000" dirty="0"/>
              <a:t>Board Responsibilities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39750" y="2105890"/>
            <a:ext cx="8299450" cy="4027919"/>
          </a:xfrm>
        </p:spPr>
        <p:txBody>
          <a:bodyPr/>
          <a:lstStyle/>
          <a:p>
            <a:r>
              <a:rPr lang="en-US" sz="2600" dirty="0"/>
              <a:t>Each member is responsible for reviewing and approving or rejecting changes to the policies, reflecting alignment to business objectives in their sphere of influence.</a:t>
            </a:r>
          </a:p>
          <a:p>
            <a:r>
              <a:rPr lang="en-US" sz="2600" dirty="0"/>
              <a:t>Each functional area oversees policies pertaining to their respective areas of responsibility, while they also play a role in the approval of policy changes that effect the organization as a whole.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075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Members of the Policy Change Control Board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39750" y="2244435"/>
            <a:ext cx="8299450" cy="3930939"/>
          </a:xfrm>
        </p:spPr>
        <p:txBody>
          <a:bodyPr/>
          <a:lstStyle/>
          <a:p>
            <a:r>
              <a:rPr lang="en-US" sz="3200" dirty="0"/>
              <a:t>Possible Members come from functional areas of the organization and include (in random order):</a:t>
            </a:r>
          </a:p>
          <a:p>
            <a:pPr lvl="1"/>
            <a:r>
              <a:rPr lang="en-US" sz="2800" dirty="0"/>
              <a:t>Security</a:t>
            </a:r>
          </a:p>
          <a:p>
            <a:pPr lvl="1"/>
            <a:r>
              <a:rPr lang="en-US" sz="2800" dirty="0"/>
              <a:t>Compliance Management</a:t>
            </a:r>
          </a:p>
          <a:p>
            <a:pPr lvl="1"/>
            <a:r>
              <a:rPr lang="en-US" sz="2800" dirty="0"/>
              <a:t>Auditing</a:t>
            </a:r>
          </a:p>
          <a:p>
            <a:pPr>
              <a:buFont typeface="Wingdings" pitchFamily="2" charset="2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8694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1427018"/>
          </a:xfrm>
        </p:spPr>
        <p:txBody>
          <a:bodyPr/>
          <a:lstStyle/>
          <a:p>
            <a:r>
              <a:rPr lang="en-US" sz="4000" dirty="0"/>
              <a:t>Members of the Policy Change Control Board (cont’d)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9750" y="2646217"/>
            <a:ext cx="8299450" cy="3529157"/>
          </a:xfrm>
        </p:spPr>
        <p:txBody>
          <a:bodyPr/>
          <a:lstStyle/>
          <a:p>
            <a:pPr marL="233363" lvl="1" indent="-233363">
              <a:buSzTx/>
              <a:buFont typeface="Wingdings" pitchFamily="2" charset="2"/>
              <a:buChar char="§"/>
            </a:pPr>
            <a:r>
              <a:rPr lang="en-US" sz="3200" dirty="0"/>
              <a:t>Human Resources (HRs)</a:t>
            </a:r>
          </a:p>
          <a:p>
            <a:pPr marL="233363" lvl="1" indent="-233363">
              <a:buSzTx/>
              <a:buFont typeface="Wingdings" pitchFamily="2" charset="2"/>
              <a:buChar char="§"/>
            </a:pPr>
            <a:r>
              <a:rPr lang="en-US" sz="3200" dirty="0"/>
              <a:t>Leadership from the key information business units</a:t>
            </a:r>
          </a:p>
          <a:p>
            <a:pPr marL="233363" lvl="1" indent="-233363">
              <a:buSzTx/>
              <a:buFont typeface="Wingdings" pitchFamily="2" charset="2"/>
              <a:buChar char="§"/>
            </a:pPr>
            <a:r>
              <a:rPr lang="en-US" sz="3200" dirty="0"/>
              <a:t>Project Managers (PMs)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39750" y="304799"/>
            <a:ext cx="8299450" cy="1454727"/>
          </a:xfrm>
        </p:spPr>
        <p:txBody>
          <a:bodyPr/>
          <a:lstStyle/>
          <a:p>
            <a:r>
              <a:rPr lang="en-US" sz="4000" dirty="0"/>
              <a:t>Members of the Policy Change Control Board (cont’d)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39750" y="2341418"/>
            <a:ext cx="8299450" cy="3833956"/>
          </a:xfrm>
        </p:spPr>
        <p:txBody>
          <a:bodyPr/>
          <a:lstStyle/>
          <a:p>
            <a:r>
              <a:rPr lang="en-US" sz="2800" dirty="0"/>
              <a:t>The roles for each member would be to approve changes to the policies, reflecting alignment to business objectives</a:t>
            </a:r>
          </a:p>
          <a:p>
            <a:r>
              <a:rPr lang="en-US" sz="2800" dirty="0"/>
              <a:t>Each functional area oversee policies pertaining to their perspective area of responsibility, while they also play a role in the approval of policy changes that effect the organization as a whole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752600"/>
            <a:ext cx="8001000" cy="3127375"/>
          </a:xfrm>
        </p:spPr>
        <p:txBody>
          <a:bodyPr/>
          <a:lstStyle/>
          <a:p>
            <a:pPr algn="ctr"/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EXPLORE: CONTEXT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Policy Change Control Board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9750" y="1354070"/>
          <a:ext cx="7772977" cy="4797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Best Practices for Policy Maintenance</a:t>
            </a:r>
            <a:endParaRPr lang="en-US" sz="4000" dirty="0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idx="1"/>
          </p:nvPr>
        </p:nvGraphicFramePr>
        <p:xfrm>
          <a:off x="699796" y="1600200"/>
          <a:ext cx="798700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39750" y="304800"/>
            <a:ext cx="8299450" cy="476250"/>
          </a:xfrm>
        </p:spPr>
        <p:txBody>
          <a:bodyPr/>
          <a:lstStyle/>
          <a:p>
            <a:r>
              <a:rPr lang="en-US" sz="4000"/>
              <a:t>External and Internal Factors Affecting Policies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39750" y="2244435"/>
            <a:ext cx="8299450" cy="3930939"/>
          </a:xfrm>
        </p:spPr>
        <p:txBody>
          <a:bodyPr/>
          <a:lstStyle/>
          <a:p>
            <a:r>
              <a:rPr lang="en-US" sz="3200" dirty="0"/>
              <a:t>Policies must align with the business model or objective to be effective</a:t>
            </a:r>
          </a:p>
          <a:p>
            <a:pPr lvl="1"/>
            <a:r>
              <a:rPr lang="en-US" sz="2800" dirty="0"/>
              <a:t>External factors: Regulatory and governmental initiatives</a:t>
            </a:r>
          </a:p>
          <a:p>
            <a:pPr lvl="1"/>
            <a:r>
              <a:rPr lang="en-US" sz="2800" dirty="0"/>
              <a:t>Internal factors: Culture, support, and funding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3"/>
          <p:cNvSpPr>
            <a:spLocks noGrp="1"/>
          </p:cNvSpPr>
          <p:nvPr>
            <p:ph type="title"/>
          </p:nvPr>
        </p:nvSpPr>
        <p:spPr>
          <a:xfrm>
            <a:off x="539750" y="419100"/>
            <a:ext cx="8299450" cy="990600"/>
          </a:xfrm>
        </p:spPr>
        <p:txBody>
          <a:bodyPr/>
          <a:lstStyle/>
          <a:p>
            <a:r>
              <a:rPr lang="en-US" sz="4000">
                <a:ea typeface="ＭＳ Ｐゴシック" pitchFamily="106" charset="-128"/>
              </a:rPr>
              <a:t>Summary</a:t>
            </a:r>
          </a:p>
        </p:txBody>
      </p:sp>
      <p:sp>
        <p:nvSpPr>
          <p:cNvPr id="19459" name="Content Placeholder 4"/>
          <p:cNvSpPr>
            <a:spLocks/>
          </p:cNvSpPr>
          <p:nvPr/>
        </p:nvSpPr>
        <p:spPr bwMode="auto">
          <a:xfrm>
            <a:off x="539750" y="1452563"/>
            <a:ext cx="82994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indent="-233363" eaLnBrk="0" hangingPunct="0">
              <a:spcBef>
                <a:spcPct val="20000"/>
              </a:spcBef>
              <a:buClr>
                <a:srgbClr val="ED6E2E"/>
              </a:buClr>
              <a:buFont typeface="Wingdings" pitchFamily="2" charset="2"/>
              <a:buChar char="§"/>
            </a:pPr>
            <a:r>
              <a:rPr lang="en-US" sz="3200"/>
              <a:t>In this presentation, the following were covered: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Considerations for information assurance and information security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Process to create a security policy framework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Policy change control board and its members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r>
              <a:rPr lang="en-US" sz="2800"/>
              <a:t>Factors that affect polices and the best practices to maintain policies</a:t>
            </a:r>
          </a:p>
          <a:p>
            <a:pPr marL="690563" lvl="1" indent="-233363" eaLnBrk="0" hangingPunct="0">
              <a:spcBef>
                <a:spcPct val="20000"/>
              </a:spcBef>
              <a:buClr>
                <a:srgbClr val="ED6E2E"/>
              </a:buClr>
              <a:buFont typeface="Arial" charset="0"/>
              <a:buChar char="•"/>
            </a:pPr>
            <a:endParaRPr 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539750" y="800100"/>
            <a:ext cx="8299450" cy="990600"/>
          </a:xfrm>
        </p:spPr>
        <p:txBody>
          <a:bodyPr/>
          <a:lstStyle/>
          <a:p>
            <a:r>
              <a:rPr lang="en-US" sz="4000" dirty="0"/>
              <a:t>Discussion and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812473"/>
            <a:ext cx="8299450" cy="3131126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Discussion 3: Business Considerations </a:t>
            </a:r>
          </a:p>
          <a:p>
            <a:pPr>
              <a:defRPr/>
            </a:pPr>
            <a:r>
              <a:rPr lang="en-US" sz="2800" dirty="0"/>
              <a:t>Assignment 3: Security Policy Frameworks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1344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539750" y="568040"/>
            <a:ext cx="8299450" cy="990600"/>
          </a:xfrm>
        </p:spPr>
        <p:txBody>
          <a:bodyPr/>
          <a:lstStyle/>
          <a:p>
            <a:r>
              <a:rPr lang="en-US" sz="4000" dirty="0"/>
              <a:t>Lab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2147454"/>
            <a:ext cx="8299450" cy="3796145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Lab is in the lab manual on </a:t>
            </a:r>
            <a:r>
              <a:rPr lang="en-US" sz="3200" dirty="0" err="1"/>
              <a:t>cms</a:t>
            </a:r>
            <a:endParaRPr lang="en-US" sz="3200" dirty="0"/>
          </a:p>
          <a:p>
            <a:pPr>
              <a:defRPr/>
            </a:pPr>
            <a:r>
              <a:rPr lang="en-US" sz="3200" dirty="0"/>
              <a:t>Lab 3 Define an Information Systems Security Policy Framework for an IT Infrastructure</a:t>
            </a:r>
          </a:p>
          <a:p>
            <a:pPr>
              <a:defRPr/>
            </a:pPr>
            <a:r>
              <a:rPr lang="en-US" sz="3200" dirty="0"/>
              <a:t>Reading Assignment 3, Chapter 6, 7</a:t>
            </a:r>
          </a:p>
          <a:p>
            <a:pPr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287113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ROPS" val="doc-id:164124"/>
  <p:tag name="PRESENTATION_PLAYLIST_COUNT" val="0"/>
  <p:tag name="PRESENTATION_PRESENTER_SLIDE_LEVEL" val="0"/>
  <p:tag name="ART_ENCODE_TYPE" val="0"/>
  <p:tag name="ART_ENCODE_INDEX" val="1"/>
  <p:tag name="PUBLISH_TITLE" val="PM 2006"/>
  <p:tag name="ARTICULATE_PUBLISH_PATH" val="C:\Documents and Settings\Josh Bersin\My Documents\_Bersin Files\_PRESENTATIONS\2006_05_PMLAUNCH\PM 2006"/>
  <p:tag name="ARTICULATE_LOGO" val="Bersin-Logo2.gif"/>
  <p:tag name="ARTICULATE_PRESENTER" val="Josh Bersin"/>
  <p:tag name="ARTICULATE_PRESENTER_GUID" val="AF8D0DB1-D4D4-4749-BE26-AB8CCB5FD1C7"/>
  <p:tag name="ARTICULATE_LMS" val="0"/>
  <p:tag name="LMS_PUBLISH" val="No"/>
  <p:tag name="PLAYERLOGOHEIGHT" val="94"/>
  <p:tag name="PLAYERLOGOWIDTH" val="244"/>
  <p:tag name="LAUNCHINNEWWINDOW" val="1"/>
  <p:tag name="LASTPUBLISHED" val="C:\Documents and Settings\Josh Bersin\My Documents\_Bersin Files\_PRESENTATIONS\2006_05_PMLAUNCH\PM 2006\PM 2006\launcher.html"/>
  <p:tag name="MMPROD_NEXTUNIQUEID" val="10009"/>
  <p:tag name="MMPROD_UIDATA" val="&lt;database version=&quot;7.0&quot;&gt;&lt;object type=&quot;1&quot; unique_id=&quot;10001&quot;&gt;&lt;property id=&quot;20141&quot; value=&quot;PM 2006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ummins Presentation&amp;#x0D;&amp;#x0A;High-Impact Learning Organizations &amp;#x0D;&amp;#x0A;&amp;#x0D;&amp;#x0A;WhatWorks® In the Management, Governance, and Operations &quot;/&gt;&lt;property id=&quot;20302&quot; value=&quot;0&quot;/&gt;&lt;property id=&quot;20307&quot; value=&quot;1507&quot;/&gt;&lt;/object&gt;&lt;object type=&quot;3&quot; unique_id=&quot;10006&quot;&gt;&lt;property id=&quot;20148&quot; value=&quot;5&quot;/&gt;&lt;property id=&quot;20300&quot; value=&quot;Slide 2 - &amp;quot;Bersin WhatWorks® Methodology&amp;quot;&quot;/&gt;&lt;property id=&quot;20302&quot; value=&quot;0&quot;/&gt;&lt;property id=&quot;20307&quot; value=&quot;1509&quot;/&gt;&lt;/object&gt;&lt;object type=&quot;3&quot; unique_id=&quot;10008&quot;&gt;&lt;property id=&quot;20148&quot; value=&quot;5&quot;/&gt;&lt;property id=&quot;20300&quot; value=&quot;Slide 6 - &amp;quot;The Corporate L&amp;amp;D Marketplace&amp;quot;&quot;/&gt;&lt;property id=&quot;20302&quot; value=&quot;0&quot;/&gt;&lt;property id=&quot;20307&quot; value=&quot;1486&quot;/&gt;&lt;/object&gt;&lt;object type=&quot;3&quot; unique_id=&quot;10011&quot;&gt;&lt;property id=&quot;20148&quot; value=&quot;5&quot;/&gt;&lt;property id=&quot;20300&quot; value=&quot;Slide 7 - &amp;quot;Current Workforce Demographics&amp;quot;&quot;/&gt;&lt;property id=&quot;20302&quot; value=&quot;0&quot;/&gt;&lt;property id=&quot;20307&quot; value=&quot;1513&quot;/&gt;&lt;/object&gt;&lt;object type=&quot;3&quot; unique_id=&quot;10013&quot;&gt;&lt;property id=&quot;20148&quot; value=&quot;5&quot;/&gt;&lt;property id=&quot;20300&quot; value=&quot;Slide 8 - &amp;quot;Today’s Worker&amp;quot;&quot;/&gt;&lt;property id=&quot;20302&quot; value=&quot;0&quot;/&gt;&lt;property id=&quot;20307&quot; value=&quot;1520&quot;/&gt;&lt;/object&gt;&lt;object type=&quot;3&quot; unique_id=&quot;10015&quot;&gt;&lt;property id=&quot;20148&quot; value=&quot;5&quot;/&gt;&lt;property id=&quot;20300&quot; value=&quot;Slide 9 - &amp;quot;Forces for Change in Corporate L&amp;amp;D&amp;quot;&quot;/&gt;&lt;property id=&quot;20302&quot; value=&quot;0&quot;/&gt;&lt;property id=&quot;20307&quot; value=&quot;1479&quot;/&gt;&lt;/object&gt;&lt;object type=&quot;3&quot; unique_id=&quot;10018&quot;&gt;&lt;property id=&quot;20148&quot; value=&quot;5&quot;/&gt;&lt;property id=&quot;20300&quot; value=&quot;Slide 10 - &amp;quot;High Impact Learning Organization&amp;#x0D;&amp;#x0A;How we create business impact&amp;quot;&quot;/&gt;&lt;property id=&quot;20302&quot; value=&quot;0&quot;/&gt;&lt;property id=&quot;20307&quot; value=&quot;1485&quot;/&gt;&lt;/object&gt;&lt;object type=&quot;3&quot; unique_id=&quot;10030&quot;&gt;&lt;property id=&quot;20148&quot; value=&quot;5&quot;/&gt;&lt;property id=&quot;20300&quot; value=&quot;Slide 11 - &amp;quot;High Impact Governance&amp;quot;&quot;/&gt;&lt;property id=&quot;20302&quot; value=&quot;0&quot;/&gt;&lt;property id=&quot;20307&quot; value=&quot;1523&quot;/&gt;&lt;/object&gt;&lt;object type=&quot;3&quot; unique_id=&quot;10031&quot;&gt;&lt;property id=&quot;20148&quot; value=&quot;5&quot;/&gt;&lt;property id=&quot;20300&quot; value=&quot;Slide 12 - &amp;quot;High Impact Governance Process&amp;quot;&quot;/&gt;&lt;property id=&quot;20302&quot; value=&quot;0&quot;/&gt;&lt;property id=&quot;20307&quot; value=&quot;1527&quot;/&gt;&lt;/object&gt;&lt;object type=&quot;3&quot; unique_id=&quot;10033&quot;&gt;&lt;property id=&quot;20148&quot; value=&quot;5&quot;/&gt;&lt;property id=&quot;20300&quot; value=&quot;Slide 13 - &amp;quot;Strategy Alignment Process&amp;quot;&quot;/&gt;&lt;property id=&quot;20302&quot; value=&quot;0&quot;/&gt;&lt;property id=&quot;20307&quot; value=&quot;1572&quot;/&gt;&lt;/object&gt;&lt;object type=&quot;3&quot; unique_id=&quot;10036&quot;&gt;&lt;property id=&quot;20148&quot; value=&quot;5&quot;/&gt;&lt;property id=&quot;20300&quot; value=&quot;Slide 14 - &amp;quot;A Working Federated Model&amp;quot;&quot;/&gt;&lt;property id=&quot;20302&quot; value=&quot;0&quot;/&gt;&lt;property id=&quot;20307&quot; value=&quot;1528&quot;/&gt;&lt;/object&gt;&lt;object type=&quot;3&quot; unique_id=&quot;10970&quot;&gt;&lt;property id=&quot;20148&quot; value=&quot;5&quot;/&gt;&lt;property id=&quot;20300&quot; value=&quot;Slide 3&quot;/&gt;&lt;property id=&quot;20307&quot; value=&quot;1573&quot;/&gt;&lt;/object&gt;&lt;object type=&quot;3&quot; unique_id=&quot;10971&quot;&gt;&lt;property id=&quot;20148&quot; value=&quot;5&quot;/&gt;&lt;property id=&quot;20300&quot; value=&quot;Slide 4 - &amp;quot;Business Needs Leading to Training Requirements&amp;quot;&quot;/&gt;&lt;property id=&quot;20307&quot; value=&quot;1574&quot;/&gt;&lt;/object&gt;&lt;object type=&quot;3&quot; unique_id=&quot;10972&quot;&gt;&lt;property id=&quot;20148&quot; value=&quot;5&quot;/&gt;&lt;property id=&quot;20300&quot; value=&quot;Slide 5 - &amp;quot;Context - Training &amp;amp; Development: &amp;#x0D;&amp;#x0A;Sample Interventions&amp;quot;&quot;/&gt;&lt;property id=&quot;20307&quot; value=&quot;1575&quot;/&gt;&lt;/object&gt;&lt;/object&gt;&lt;object type=&quot;4&quot; unique_id=&quot;10310&quot;&gt;&lt;property id=&quot;28&quot; value=&quot;1000&quot;/&gt;&lt;object type=&quot;5&quot; unique_id=&quot;1001&quot;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2">
      <a:dk1>
        <a:srgbClr val="000000"/>
      </a:dk1>
      <a:lt1>
        <a:srgbClr val="FFFFFF"/>
      </a:lt1>
      <a:dk2>
        <a:srgbClr val="204F91"/>
      </a:dk2>
      <a:lt2>
        <a:srgbClr val="A1A8AD"/>
      </a:lt2>
      <a:accent1>
        <a:srgbClr val="38629C"/>
      </a:accent1>
      <a:accent2>
        <a:srgbClr val="FE9901"/>
      </a:accent2>
      <a:accent3>
        <a:srgbClr val="FFFFFF"/>
      </a:accent3>
      <a:accent4>
        <a:srgbClr val="000000"/>
      </a:accent4>
      <a:accent5>
        <a:srgbClr val="AEB7CB"/>
      </a:accent5>
      <a:accent6>
        <a:srgbClr val="E68A01"/>
      </a:accent6>
      <a:hlink>
        <a:srgbClr val="7DBA00"/>
      </a:hlink>
      <a:folHlink>
        <a:srgbClr val="9C1F2E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204F91"/>
        </a:dk2>
        <a:lt2>
          <a:srgbClr val="A1A8AD"/>
        </a:lt2>
        <a:accent1>
          <a:srgbClr val="38629C"/>
        </a:accent1>
        <a:accent2>
          <a:srgbClr val="FE9901"/>
        </a:accent2>
        <a:accent3>
          <a:srgbClr val="FFFFFF"/>
        </a:accent3>
        <a:accent4>
          <a:srgbClr val="000000"/>
        </a:accent4>
        <a:accent5>
          <a:srgbClr val="AEB7CB"/>
        </a:accent5>
        <a:accent6>
          <a:srgbClr val="E68A01"/>
        </a:accent6>
        <a:hlink>
          <a:srgbClr val="7DBA00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3366"/>
        </a:dk2>
        <a:lt2>
          <a:srgbClr val="A1A8AD"/>
        </a:lt2>
        <a:accent1>
          <a:srgbClr val="A8C77F"/>
        </a:accent1>
        <a:accent2>
          <a:srgbClr val="547933"/>
        </a:accent2>
        <a:accent3>
          <a:srgbClr val="FFFFFF"/>
        </a:accent3>
        <a:accent4>
          <a:srgbClr val="000000"/>
        </a:accent4>
        <a:accent5>
          <a:srgbClr val="D1E0C0"/>
        </a:accent5>
        <a:accent6>
          <a:srgbClr val="4B6D2D"/>
        </a:accent6>
        <a:hlink>
          <a:srgbClr val="E6851A"/>
        </a:hlink>
        <a:folHlink>
          <a:srgbClr val="9C1F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2E0BA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ECBA8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C57F21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B2721D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73B24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BCD5B0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3366"/>
        </a:dk1>
        <a:lt1>
          <a:srgbClr val="FFFFFF"/>
        </a:lt1>
        <a:dk2>
          <a:srgbClr val="204F91"/>
        </a:dk2>
        <a:lt2>
          <a:srgbClr val="A1A8AD"/>
        </a:lt2>
        <a:accent1>
          <a:srgbClr val="D7D214"/>
        </a:accent1>
        <a:accent2>
          <a:srgbClr val="932121"/>
        </a:accent2>
        <a:accent3>
          <a:srgbClr val="FFFFFF"/>
        </a:accent3>
        <a:accent4>
          <a:srgbClr val="002A56"/>
        </a:accent4>
        <a:accent5>
          <a:srgbClr val="E8E5AA"/>
        </a:accent5>
        <a:accent6>
          <a:srgbClr val="851D1D"/>
        </a:accent6>
        <a:hlink>
          <a:srgbClr val="67983A"/>
        </a:hlink>
        <a:folHlink>
          <a:srgbClr val="315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4D7D35"/>
        </a:dk2>
        <a:lt2>
          <a:srgbClr val="91B3BD"/>
        </a:lt2>
        <a:accent1>
          <a:srgbClr val="49699D"/>
        </a:accent1>
        <a:accent2>
          <a:srgbClr val="DD9043"/>
        </a:accent2>
        <a:accent3>
          <a:srgbClr val="FFFFFF"/>
        </a:accent3>
        <a:accent4>
          <a:srgbClr val="000000"/>
        </a:accent4>
        <a:accent5>
          <a:srgbClr val="B1B9CC"/>
        </a:accent5>
        <a:accent6>
          <a:srgbClr val="C8823C"/>
        </a:accent6>
        <a:hlink>
          <a:srgbClr val="704A6E"/>
        </a:hlink>
        <a:folHlink>
          <a:srgbClr val="9480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69862757D4DE44893AB3F20D4900D1" ma:contentTypeVersion="0" ma:contentTypeDescription="Create a new document." ma:contentTypeScope="" ma:versionID="de924425f64a35fd3e6bdf165bb16c0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179457-D557-43E5-8F5D-F70BD37A9867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1EB8639A-8193-41A3-B88D-30381B1E5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51FE63E1-AB1A-4828-AA83-214C0E1AF51D}">
  <ds:schemaRefs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4CA79F13-E1AA-4D61-B102-462BE46595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22813</TotalTime>
  <Words>1037</Words>
  <Application>Microsoft Office PowerPoint</Application>
  <PresentationFormat>On-screen Show (4:3)</PresentationFormat>
  <Paragraphs>162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Times</vt:lpstr>
      <vt:lpstr>Times New Roman</vt:lpstr>
      <vt:lpstr>Wingdings</vt:lpstr>
      <vt:lpstr>Blank Presentation</vt:lpstr>
      <vt:lpstr>PowerPoint Presentation</vt:lpstr>
      <vt:lpstr>Learning Objective</vt:lpstr>
      <vt:lpstr>Key Concepts</vt:lpstr>
      <vt:lpstr> EXPLORE: CONCEPTS</vt:lpstr>
      <vt:lpstr>Security Controls</vt:lpstr>
      <vt:lpstr>Security Controls</vt:lpstr>
      <vt:lpstr>ISO 27002:2013 - IT - Security techniques -  Code of practice for information security controls </vt:lpstr>
      <vt:lpstr>Five Pillars of Information Assurance</vt:lpstr>
      <vt:lpstr>Information Systems Security and Information Assurance</vt:lpstr>
      <vt:lpstr> EXPLORE: PROCESS</vt:lpstr>
      <vt:lpstr>Three Areas of Policy Planning and Implementation.</vt:lpstr>
      <vt:lpstr>Creating Security Policy </vt:lpstr>
      <vt:lpstr>A good policy </vt:lpstr>
      <vt:lpstr>Process to Create a Security Policy Framework</vt:lpstr>
      <vt:lpstr>Best Practices for Policy Framework Creation</vt:lpstr>
      <vt:lpstr>Policy Framework-Outline</vt:lpstr>
      <vt:lpstr>Policy Framework-Outline (cont’d)</vt:lpstr>
      <vt:lpstr>Activity</vt:lpstr>
      <vt:lpstr> EXPLORE: ROLES</vt:lpstr>
      <vt:lpstr>The Policy Change Control Board</vt:lpstr>
      <vt:lpstr>Board Responsibilities</vt:lpstr>
      <vt:lpstr>Members of the Policy Change Control Board</vt:lpstr>
      <vt:lpstr>Members of the Policy Change Control Board (cont’d)</vt:lpstr>
      <vt:lpstr>Members of the Policy Change Control Board (cont’d)</vt:lpstr>
      <vt:lpstr> EXPLORE: CONTEXT</vt:lpstr>
      <vt:lpstr>Policy Change Control Board</vt:lpstr>
      <vt:lpstr>Best Practices for Policy Maintenance</vt:lpstr>
      <vt:lpstr>External and Internal Factors Affecting Policies</vt:lpstr>
      <vt:lpstr>Summary</vt:lpstr>
      <vt:lpstr>Discussion and Assignments</vt:lpstr>
      <vt:lpstr>Lab Activities</vt:lpstr>
    </vt:vector>
  </TitlesOfParts>
  <Company>Bersin &amp; Associates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E-Learning</dc:title>
  <dc:creator>Josh Bersin</dc:creator>
  <cp:lastModifiedBy>Chi Nguyen Dinh</cp:lastModifiedBy>
  <cp:revision>3155</cp:revision>
  <cp:lastPrinted>2008-07-07T18:08:55Z</cp:lastPrinted>
  <dcterms:created xsi:type="dcterms:W3CDTF">1999-09-23T04:05:21Z</dcterms:created>
  <dcterms:modified xsi:type="dcterms:W3CDTF">2023-09-22T09:34:55Z</dcterms:modified>
</cp:coreProperties>
</file>